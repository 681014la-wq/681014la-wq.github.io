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-7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jp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1828800"/>
            <a:ext cx="57908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4A574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5F5F5"/>
                </a:solidFill>
                <a:latin typeface="Segoe UI Light"/>
              </a:defRPr>
            </a:pPr>
            <a:r>
              <a:t>—  M E N U  —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908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99999"/>
                </a:solidFill>
                <a:latin typeface="Segoe UI"/>
              </a:defRPr>
            </a:pPr>
            <a:r>
              <a:t>29910 Murrieta Hot Springs Rd L, Murrieta, 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C59A"/>
                </a:solidFill>
                <a:latin typeface="Segoe UI"/>
              </a:defRPr>
            </a:pPr>
            <a:r>
              <a:t>joonssushimurrieta.com  ·  Open 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Popular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6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Popular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eef Teriyaki Bow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Beef Teriyaki Bowl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Grilled beef with teriyaki sauce.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ashimi Sal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Sashimi Salad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$20.50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Assorted sashimi on top of fresh salad.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rilled Yellowtail Kam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Grilled Yellowtail Kama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$12.50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Grilled yellowtail collar served with ponzu sauce.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Popular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aked Lobster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Baked Lobster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avocado baby lobster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ucumber Sal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Cucumber Salad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Fresh cucumber with sweet vinegar dressing.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yoz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Gyoza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$7.50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Fried pork dumplings with tempura sauce.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7 Items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gedashi To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Agedashi Tofu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Lightly fried tofu served with tempura sauce.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Baked Green Musse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Baked Green Mussels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$9.50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Green mussels baked with a cream sauce.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alamari Tempur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Calamari Tempura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$12.50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Lightly breaded and fried calamari.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iablo D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Diablo Dip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A spicy blend, typically including cream cheese and a fiery mix of peppers an...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dam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Edamame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$5.50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Lightly salted steamed soy beans.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arlic Edama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Garlic Edamame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$7.50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Edamame stir-fried in garlic butter.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ooN's Fried Chick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JooN's Fried Chicken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Fried chicken wings served with jalapeno oil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BAKED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BAKED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110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ragon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3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7083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Dragon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083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083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avocado eel and avocado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586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Baked Scallop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6559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Baked Scallop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59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559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avocado scallop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ENTRÉE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4 Items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ENTRÉE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icken Teriyaki 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Chicken Teriyaki 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Grilled chicken with teriyaki sauce. Served with miso soup, salad, and rice.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Korean Short Ribs Pl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Korean Short Ribs 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$26.50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Marinated and grilled Korean BBQ short ribs. Served with miso soup, salad, an...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Bulgogi Pla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Bulgogi 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$20.50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Grilled beef with teriyaki sauce. Served with miso soup, salad, and rice.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ENTRÉE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picy Chicken 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Spicy Chicken 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Grilled Chicken with spicy teriyaki sauce. Served with miso soup, salad, and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FRESH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FRESH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110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ainbow Cut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3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7083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Rainbow Cut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083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$13.00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083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avocado, assorted fish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586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ink Lady Cut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6559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Pink Lady Cut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59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559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tuna, salmon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NOODLES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NOODLES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110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icken Ud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3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7083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Chicken Udon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083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083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Japanese noodle soup with chicken and vegetables.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586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am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6559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Ramen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59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559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Choice of Miso, Shoyu, or Tonkotsu ramen.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11 Items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runch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Crunch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$12.00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Shrimp tempura, crab, avocado inside; crunch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lifornia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California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$8.00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avocado, and cucumber.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picy Tuna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Spicy Tuna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$9.50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tuna and cucumber.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picy California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Spicy California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$9.00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avocado, and cucumber.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hiladelphia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Philadelphia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Salmon, avocado, and cream cheese.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pider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Spider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$13.50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Soft shell crab, crab, avocado, and cucumber.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picy Yellowtail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Spicy Yellowtail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yellowtail and cucumber.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ucumber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Cucumber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Fresh cucumber wrapped in seaweed and 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almon Skin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Salmon Skin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Baked salmon skin, cucumber, and gobo.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110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picy Scallop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3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7083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Spicy Scallop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083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083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scallop and cucumber.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586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picy Albacore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6559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Spicy Albacore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59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559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albacore and cucumber.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SALADS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4 Items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SALADS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vocado Sal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Avocado Salad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House salad topped with fresh avocados.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Grilled Chicken Sal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Grilled Chicken Salad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House salad topped with grilled chicken.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rilled Salmon Sal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Grilled Salmon Salad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House salad topped with grilled salmon.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SALADS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eaweed Sal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Seaweed Salad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$7.50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Japanese seaweed salad.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FROM THE SUSHI 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FROM THE SUSHI 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110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shimi 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3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7083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Sashimi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083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$30.50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083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Tuna, salmon, yellowtail, escolar, and albacore sashimi. Served with rice upo...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586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Unagi Speci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6559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Unagi Special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59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$20.50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559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Unagi and avocado served with rice. Served with miso soup and salad.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SPECIAL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6 Items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SPECIAL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ooN's Special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JooN's Special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$17.50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shrimp tempura peppered albacore on top with garlic ponzu, spicy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ngo Tango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Mango Tango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Salmon, avocado mango, mango sauce, red onion, shichimi, and sriracha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exican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Mexican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avocado, cucumber shrimp and avocado on top with spicy mayo.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SPECIAL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ouble Shrimp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Double Shrimp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$17.50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avocado, shrimp tempura shrimp and avocado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terpillar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Caterpillar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eel avocado on top with eel sauce.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pring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Spring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Crab, shrimp, spicy tuna wrapped in cucumber topped with green onion, masago,...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SPICY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3 Items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SPICY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72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ste Like My Ex-Girl Fried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45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Taste Like My Ex-Girl Fried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$15.50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avocado salmon and red onion on top with house spicy sauce.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picy Rainbow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1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821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Spicy Rainbow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821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21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avocado assorted fish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24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3 Alarm on Fire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75" y="1024128"/>
            <a:ext cx="3255263" cy="32552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6297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3 Alarm on Fire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297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297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Spicy crab, avocado white fish on top with house spicy sauce.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SUSHI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SUSHI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110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lmon Egg Su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3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7083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Salmon Egg Sushi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083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$8.50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083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Glazed salmon roe atop vinegared rice, wrapped in crisp seaweed.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586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Halibut Su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6559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Halibut Sushi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59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$8.50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559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Thinly sliced halibut on sushi 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74320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574"/>
                </a:solidFill>
                <a:latin typeface="Georgia"/>
              </a:defRPr>
            </a:pPr>
            <a:r>
              <a:t>TEMPURA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62095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2 Items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TEMPURA ROLLS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110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olden Tiger Cut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35" y="1024128"/>
            <a:ext cx="3255263" cy="3255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7083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Golden Tiger Cut 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083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$15.50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083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Shrimp tempura, avocado, cream cheese fried spicy crab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5867" y="914400"/>
            <a:ext cx="3474720" cy="56692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Oishi Cut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024128"/>
            <a:ext cx="3255263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65595" y="4389119"/>
            <a:ext cx="32552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Segoe UI Semibold"/>
              </a:defRPr>
            </a:pPr>
            <a:r>
              <a:t>Oishi Cut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595" y="4800599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74"/>
                </a:solidFill>
                <a:latin typeface="Georgia"/>
              </a:defRPr>
            </a:pPr>
            <a:r>
              <a:t>$13.50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5595" y="5166359"/>
            <a:ext cx="32552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Segoe UI"/>
              </a:defRPr>
            </a:pPr>
            <a:r>
              <a:t>Eel, crab, avocado, cream cheese and deep fried.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867</Words>
  <Application>Microsoft Office PowerPoint</Application>
  <PresentationFormat>사용자 지정</PresentationFormat>
  <Paragraphs>211</Paragraphs>
  <Slides>36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7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Joon2</cp:lastModifiedBy>
  <cp:revision>1</cp:revision>
  <dcterms:created xsi:type="dcterms:W3CDTF">2013-01-27T09:14:16Z</dcterms:created>
  <dcterms:modified xsi:type="dcterms:W3CDTF">2026-04-04T01:53:00Z</dcterms:modified>
  <cp:category/>
</cp:coreProperties>
</file>