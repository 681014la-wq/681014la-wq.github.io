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Relationship Id="rId4" Type="http://schemas.openxmlformats.org/officeDocument/2006/relationships/image" Target="../media/image18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image" Target="../media/image23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jpg"/><Relationship Id="rId4" Type="http://schemas.openxmlformats.org/officeDocument/2006/relationships/image" Target="../media/image26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jpg"/><Relationship Id="rId4" Type="http://schemas.openxmlformats.org/officeDocument/2006/relationships/image" Target="../media/image29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jpg"/><Relationship Id="rId4" Type="http://schemas.openxmlformats.org/officeDocument/2006/relationships/image" Target="../media/image32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image" Target="../media/image36.jpg"/><Relationship Id="rId4" Type="http://schemas.openxmlformats.org/officeDocument/2006/relationships/image" Target="../media/image37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Relationship Id="rId3" Type="http://schemas.openxmlformats.org/officeDocument/2006/relationships/image" Target="../media/image40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image" Target="../media/image42.jpg"/><Relationship Id="rId4" Type="http://schemas.openxmlformats.org/officeDocument/2006/relationships/image" Target="../media/image43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Relationship Id="rId3" Type="http://schemas.openxmlformats.org/officeDocument/2006/relationships/image" Target="../media/image45.jpg"/><Relationship Id="rId4" Type="http://schemas.openxmlformats.org/officeDocument/2006/relationships/image" Target="../media/image46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Relationship Id="rId3" Type="http://schemas.openxmlformats.org/officeDocument/2006/relationships/image" Target="../media/image48.jpg"/><Relationship Id="rId4" Type="http://schemas.openxmlformats.org/officeDocument/2006/relationships/image" Target="../media/image49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Relationship Id="rId3" Type="http://schemas.openxmlformats.org/officeDocument/2006/relationships/image" Target="../media/image51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914400"/>
            <a:ext cx="10362895" cy="12700"/>
          </a:xfrm>
          <a:prstGeom prst="rect">
            <a:avLst/>
          </a:prstGeom>
          <a:solidFill>
            <a:srgbClr val="3A3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0" y="1645920"/>
            <a:ext cx="6705295" cy="127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9A96E"/>
                </a:solidFill>
                <a:latin typeface="Segoe UI"/>
              </a:defRPr>
            </a:pPr>
            <a:r>
              <a:t>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600" b="1">
                <a:solidFill>
                  <a:srgbClr val="E2CC9C"/>
                </a:solidFill>
                <a:latin typeface="Georgia"/>
              </a:defRPr>
            </a:pPr>
            <a:r>
              <a:t>JooN's Sushi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D0CEC8"/>
                </a:solidFill>
                <a:latin typeface="Segoe UI Light"/>
              </a:defRPr>
            </a:pPr>
            <a:r>
              <a:t>—  M  E  N  U  —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4480560"/>
            <a:ext cx="6705295" cy="127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9A96E"/>
                </a:solidFill>
                <a:latin typeface="Segoe UI"/>
              </a:defRPr>
            </a:pPr>
            <a:r>
              <a:t>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580"/>
                </a:solidFill>
                <a:latin typeface="Segoe UI Light"/>
              </a:defRPr>
            </a:pPr>
            <a:r>
              <a:t>29910 Murrieta Hot Springs Rd L, Murrieta, 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864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754A"/>
                </a:solidFill>
                <a:latin typeface="Segoe UI"/>
              </a:defRPr>
            </a:pPr>
            <a:r>
              <a:t>joonssushimurrieta.com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6217920"/>
            <a:ext cx="10362895" cy="12700"/>
          </a:xfrm>
          <a:prstGeom prst="rect">
            <a:avLst/>
          </a:prstGeom>
          <a:solidFill>
            <a:srgbClr val="3A3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38247" y="1828800"/>
            <a:ext cx="7315200" cy="3200400"/>
          </a:xfrm>
          <a:prstGeom prst="rect">
            <a:avLst/>
          </a:prstGeom>
          <a:solidFill>
            <a:srgbClr val="0D0D1A"/>
          </a:solidFill>
          <a:ln w="12700">
            <a:solidFill>
              <a:srgbClr val="8B7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52647" y="2286000"/>
            <a:ext cx="5486400" cy="127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5603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E2CC9C"/>
                </a:solidFill>
                <a:latin typeface="Georgia"/>
              </a:defRPr>
            </a:pPr>
            <a:r>
              <a:t>Popular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6576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B754A"/>
                </a:solidFill>
                <a:latin typeface="Segoe UI"/>
              </a:defRPr>
            </a:pPr>
            <a:r>
              <a:t>· · 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02336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888580"/>
                </a:solidFill>
                <a:latin typeface="Segoe UI Light"/>
              </a:defRPr>
            </a:pPr>
            <a:r>
              <a:t>6 Selections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52647" y="4572000"/>
            <a:ext cx="5486400" cy="127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0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2CC9C"/>
                </a:solidFill>
                <a:latin typeface="Georgia"/>
              </a:defRPr>
            </a:pPr>
            <a:r>
              <a:t>Popular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754A"/>
                </a:solidFill>
                <a:latin typeface="Georgia"/>
              </a:defRPr>
            </a:pPr>
            <a:r>
              <a:t>JooN's Sushi</a:t>
            </a:r>
          </a:p>
        </p:txBody>
      </p:sp>
      <p:sp>
        <p:nvSpPr>
          <p:cNvPr id="6" name="Rectangle 5"/>
          <p:cNvSpPr/>
          <p:nvPr/>
        </p:nvSpPr>
        <p:spPr>
          <a:xfrm>
            <a:off x="472287" y="868680"/>
            <a:ext cx="3566160" cy="5760720"/>
          </a:xfrm>
          <a:prstGeom prst="rect">
            <a:avLst/>
          </a:prstGeom>
          <a:solidFill>
            <a:srgbClr val="141828"/>
          </a:solidFill>
          <a:ln w="9525">
            <a:solidFill>
              <a:srgbClr val="2A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2287" y="868680"/>
            <a:ext cx="356616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38046" y="1143000"/>
            <a:ext cx="2926080" cy="292608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eef Teriyaki Bow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6" y="1097280"/>
            <a:ext cx="2926080" cy="29260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066646" y="4114800"/>
            <a:ext cx="2377440" cy="12700"/>
          </a:xfrm>
          <a:prstGeom prst="rect">
            <a:avLst/>
          </a:prstGeom>
          <a:solidFill>
            <a:srgbClr val="8B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0887" y="42519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EEE8"/>
                </a:solidFill>
                <a:latin typeface="Georgia"/>
              </a:defRPr>
            </a:pPr>
            <a:r>
              <a:t>Beef Teriyaki Bowl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887" y="4754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9A96E"/>
                </a:solidFill>
                <a:latin typeface="Georgia"/>
              </a:defRPr>
            </a:pPr>
            <a:r>
              <a:t>$16.50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887" y="52578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580"/>
                </a:solidFill>
                <a:latin typeface="Segoe UI Light"/>
              </a:defRPr>
            </a:pPr>
            <a:r>
              <a:t>Grilled beef with teriyaki sauce.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2767" y="868680"/>
            <a:ext cx="3566160" cy="5760720"/>
          </a:xfrm>
          <a:prstGeom prst="rect">
            <a:avLst/>
          </a:prstGeom>
          <a:solidFill>
            <a:srgbClr val="141828"/>
          </a:solidFill>
          <a:ln w="9525">
            <a:solidFill>
              <a:srgbClr val="2A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767" y="868680"/>
            <a:ext cx="356616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78526" y="1143000"/>
            <a:ext cx="2926080" cy="292608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ashimi Sala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806" y="1097280"/>
            <a:ext cx="2926080" cy="292608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4907126" y="4114800"/>
            <a:ext cx="2377440" cy="12700"/>
          </a:xfrm>
          <a:prstGeom prst="rect">
            <a:avLst/>
          </a:prstGeom>
          <a:solidFill>
            <a:srgbClr val="8B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1367" y="42519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EEE8"/>
                </a:solidFill>
                <a:latin typeface="Georgia"/>
              </a:defRPr>
            </a:pPr>
            <a:r>
              <a:t>Sashimi Salad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1367" y="4754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9A96E"/>
                </a:solidFill>
                <a:latin typeface="Georgia"/>
              </a:defRPr>
            </a:pPr>
            <a:r>
              <a:t>$20.50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367" y="52578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580"/>
                </a:solidFill>
                <a:latin typeface="Segoe UI Light"/>
              </a:defRPr>
            </a:pPr>
            <a:r>
              <a:t>Assorted sashimi on top of fresh salad.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53247" y="868680"/>
            <a:ext cx="3566160" cy="5760720"/>
          </a:xfrm>
          <a:prstGeom prst="rect">
            <a:avLst/>
          </a:prstGeom>
          <a:solidFill>
            <a:srgbClr val="141828"/>
          </a:solidFill>
          <a:ln w="9525">
            <a:solidFill>
              <a:srgbClr val="2A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53247" y="868680"/>
            <a:ext cx="356616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19006" y="1143000"/>
            <a:ext cx="2926080" cy="292608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Grilled Yellowtail Kam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3286" y="1097280"/>
            <a:ext cx="2926080" cy="292608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8747606" y="4114800"/>
            <a:ext cx="2377440" cy="12700"/>
          </a:xfrm>
          <a:prstGeom prst="rect">
            <a:avLst/>
          </a:prstGeom>
          <a:solidFill>
            <a:srgbClr val="8B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81847" y="42519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EEE8"/>
                </a:solidFill>
                <a:latin typeface="Georgia"/>
              </a:defRPr>
            </a:pPr>
            <a:r>
              <a:t>Grilled Yellowtail Kama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1847" y="4754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9A96E"/>
                </a:solidFill>
                <a:latin typeface="Georgia"/>
              </a:defRPr>
            </a:pPr>
            <a:r>
              <a:t>$12.50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1847" y="52578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580"/>
                </a:solidFill>
                <a:latin typeface="Segoe UI Light"/>
              </a:defRPr>
            </a:pPr>
            <a:r>
              <a:t>Grilled yellowtail collar served with ponzu sauce.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6720840"/>
            <a:ext cx="10362895" cy="12700"/>
          </a:xfrm>
          <a:prstGeom prst="rect">
            <a:avLst/>
          </a:prstGeom>
          <a:solidFill>
            <a:srgbClr val="3A3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0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2CC9C"/>
                </a:solidFill>
                <a:latin typeface="Georgia"/>
              </a:defRPr>
            </a:pPr>
            <a:r>
              <a:t>Popular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754A"/>
                </a:solidFill>
                <a:latin typeface="Georgia"/>
              </a:defRPr>
            </a:pPr>
            <a:r>
              <a:t>JooN's Sushi</a:t>
            </a:r>
          </a:p>
        </p:txBody>
      </p:sp>
      <p:sp>
        <p:nvSpPr>
          <p:cNvPr id="6" name="Rectangle 5"/>
          <p:cNvSpPr/>
          <p:nvPr/>
        </p:nvSpPr>
        <p:spPr>
          <a:xfrm>
            <a:off x="472287" y="868680"/>
            <a:ext cx="3566160" cy="5760720"/>
          </a:xfrm>
          <a:prstGeom prst="rect">
            <a:avLst/>
          </a:prstGeom>
          <a:solidFill>
            <a:srgbClr val="141828"/>
          </a:solidFill>
          <a:ln w="9525">
            <a:solidFill>
              <a:srgbClr val="2A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2287" y="868680"/>
            <a:ext cx="356616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38046" y="1143000"/>
            <a:ext cx="2926080" cy="292608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aked Lobster Ro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6" y="1097280"/>
            <a:ext cx="2926080" cy="29260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066646" y="4114800"/>
            <a:ext cx="2377440" cy="12700"/>
          </a:xfrm>
          <a:prstGeom prst="rect">
            <a:avLst/>
          </a:prstGeom>
          <a:solidFill>
            <a:srgbClr val="8B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0887" y="42519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EEE8"/>
                </a:solidFill>
                <a:latin typeface="Georgia"/>
              </a:defRPr>
            </a:pPr>
            <a:r>
              <a:t>Baked Lobster Roll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887" y="4754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9A96E"/>
                </a:solidFill>
                <a:latin typeface="Georgia"/>
              </a:defRPr>
            </a:pPr>
            <a:r>
              <a:t>$16.00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887" y="52578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580"/>
                </a:solidFill>
                <a:latin typeface="Segoe UI Light"/>
              </a:defRPr>
            </a:pPr>
            <a:r>
              <a:t>Crab, avocado baby lobster on top.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2767" y="868680"/>
            <a:ext cx="3566160" cy="5760720"/>
          </a:xfrm>
          <a:prstGeom prst="rect">
            <a:avLst/>
          </a:prstGeom>
          <a:solidFill>
            <a:srgbClr val="141828"/>
          </a:solidFill>
          <a:ln w="9525">
            <a:solidFill>
              <a:srgbClr val="2A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767" y="868680"/>
            <a:ext cx="356616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78526" y="1143000"/>
            <a:ext cx="2926080" cy="292608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ucumber Sala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806" y="1097280"/>
            <a:ext cx="2926080" cy="292608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4907126" y="4114800"/>
            <a:ext cx="2377440" cy="12700"/>
          </a:xfrm>
          <a:prstGeom prst="rect">
            <a:avLst/>
          </a:prstGeom>
          <a:solidFill>
            <a:srgbClr val="8B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1367" y="42519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EEE8"/>
                </a:solidFill>
                <a:latin typeface="Georgia"/>
              </a:defRPr>
            </a:pPr>
            <a:r>
              <a:t>Cucumber Salad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1367" y="4754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9A96E"/>
                </a:solidFill>
                <a:latin typeface="Georgia"/>
              </a:defRPr>
            </a:pPr>
            <a:r>
              <a:t>$6.50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367" y="52578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580"/>
                </a:solidFill>
                <a:latin typeface="Segoe UI Light"/>
              </a:defRPr>
            </a:pPr>
            <a:r>
              <a:t>Fresh cucumber with sweet vinegar dressing.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53247" y="868680"/>
            <a:ext cx="3566160" cy="5760720"/>
          </a:xfrm>
          <a:prstGeom prst="rect">
            <a:avLst/>
          </a:prstGeom>
          <a:solidFill>
            <a:srgbClr val="141828"/>
          </a:solidFill>
          <a:ln w="9525">
            <a:solidFill>
              <a:srgbClr val="2A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53247" y="868680"/>
            <a:ext cx="356616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19006" y="1143000"/>
            <a:ext cx="2926080" cy="292608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Gyoz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3286" y="1097280"/>
            <a:ext cx="2926080" cy="292608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8747606" y="4114800"/>
            <a:ext cx="2377440" cy="12700"/>
          </a:xfrm>
          <a:prstGeom prst="rect">
            <a:avLst/>
          </a:prstGeom>
          <a:solidFill>
            <a:srgbClr val="8B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81847" y="42519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EEE8"/>
                </a:solidFill>
                <a:latin typeface="Georgia"/>
              </a:defRPr>
            </a:pPr>
            <a:r>
              <a:t>Gyoza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1847" y="4754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9A96E"/>
                </a:solidFill>
                <a:latin typeface="Georgia"/>
              </a:defRPr>
            </a:pPr>
            <a:r>
              <a:t>$7.50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1847" y="52578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580"/>
                </a:solidFill>
                <a:latin typeface="Segoe UI Light"/>
              </a:defRPr>
            </a:pPr>
            <a:r>
              <a:t>Fried pork dumplings with tempura sauce.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6720840"/>
            <a:ext cx="10362895" cy="12700"/>
          </a:xfrm>
          <a:prstGeom prst="rect">
            <a:avLst/>
          </a:prstGeom>
          <a:solidFill>
            <a:srgbClr val="3A3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38247" y="1828800"/>
            <a:ext cx="7315200" cy="3200400"/>
          </a:xfrm>
          <a:prstGeom prst="rect">
            <a:avLst/>
          </a:prstGeom>
          <a:solidFill>
            <a:srgbClr val="0D0D1A"/>
          </a:solidFill>
          <a:ln w="12700">
            <a:solidFill>
              <a:srgbClr val="8B7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52647" y="2286000"/>
            <a:ext cx="5486400" cy="127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5603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E2CC9C"/>
                </a:solidFill>
                <a:latin typeface="Georgia"/>
              </a:defRPr>
            </a:pPr>
            <a:r>
              <a:t>APPETIZERS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6576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B754A"/>
                </a:solidFill>
                <a:latin typeface="Segoe UI"/>
              </a:defRPr>
            </a:pPr>
            <a:r>
              <a:t>· · 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02336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888580"/>
                </a:solidFill>
                <a:latin typeface="Segoe UI Light"/>
              </a:defRPr>
            </a:pPr>
            <a:r>
              <a:t>7 Selections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52647" y="4572000"/>
            <a:ext cx="5486400" cy="127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0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2CC9C"/>
                </a:solidFill>
                <a:latin typeface="Georgia"/>
              </a:defRPr>
            </a:pPr>
            <a:r>
              <a:t>APPETIZERS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754A"/>
                </a:solidFill>
                <a:latin typeface="Georgia"/>
              </a:defRPr>
            </a:pPr>
            <a:r>
              <a:t>JooN's Sushi</a:t>
            </a:r>
          </a:p>
        </p:txBody>
      </p:sp>
      <p:sp>
        <p:nvSpPr>
          <p:cNvPr id="6" name="Rectangle 5"/>
          <p:cNvSpPr/>
          <p:nvPr/>
        </p:nvSpPr>
        <p:spPr>
          <a:xfrm>
            <a:off x="472287" y="868680"/>
            <a:ext cx="3566160" cy="5760720"/>
          </a:xfrm>
          <a:prstGeom prst="rect">
            <a:avLst/>
          </a:prstGeom>
          <a:solidFill>
            <a:srgbClr val="141828"/>
          </a:solidFill>
          <a:ln w="9525">
            <a:solidFill>
              <a:srgbClr val="2A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2287" y="868680"/>
            <a:ext cx="356616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38046" y="1143000"/>
            <a:ext cx="2926080" cy="292608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gedashi Tof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6" y="1097280"/>
            <a:ext cx="2926080" cy="29260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066646" y="4114800"/>
            <a:ext cx="2377440" cy="12700"/>
          </a:xfrm>
          <a:prstGeom prst="rect">
            <a:avLst/>
          </a:prstGeom>
          <a:solidFill>
            <a:srgbClr val="8B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0887" y="42519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EEE8"/>
                </a:solidFill>
                <a:latin typeface="Georgia"/>
              </a:defRPr>
            </a:pPr>
            <a:r>
              <a:t>Agedashi Tofu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887" y="4754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9A96E"/>
                </a:solidFill>
                <a:latin typeface="Georgia"/>
              </a:defRPr>
            </a:pPr>
            <a:r>
              <a:t>$10.50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887" y="52578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580"/>
                </a:solidFill>
                <a:latin typeface="Segoe UI Light"/>
              </a:defRPr>
            </a:pPr>
            <a:r>
              <a:t>Lightly fried tofu served with tempura sauce.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2767" y="868680"/>
            <a:ext cx="3566160" cy="5760720"/>
          </a:xfrm>
          <a:prstGeom prst="rect">
            <a:avLst/>
          </a:prstGeom>
          <a:solidFill>
            <a:srgbClr val="141828"/>
          </a:solidFill>
          <a:ln w="9525">
            <a:solidFill>
              <a:srgbClr val="2A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767" y="868680"/>
            <a:ext cx="356616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78526" y="1143000"/>
            <a:ext cx="2926080" cy="292608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Baked Green Mussel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806" y="1097280"/>
            <a:ext cx="2926080" cy="292608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4907126" y="4114800"/>
            <a:ext cx="2377440" cy="12700"/>
          </a:xfrm>
          <a:prstGeom prst="rect">
            <a:avLst/>
          </a:prstGeom>
          <a:solidFill>
            <a:srgbClr val="8B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1367" y="42519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EEE8"/>
                </a:solidFill>
                <a:latin typeface="Georgia"/>
              </a:defRPr>
            </a:pPr>
            <a:r>
              <a:t>Baked Green Mussels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1367" y="4754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9A96E"/>
                </a:solidFill>
                <a:latin typeface="Georgia"/>
              </a:defRPr>
            </a:pPr>
            <a:r>
              <a:t>$9.50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367" y="52578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580"/>
                </a:solidFill>
                <a:latin typeface="Segoe UI Light"/>
              </a:defRPr>
            </a:pPr>
            <a:r>
              <a:t>Green mussels baked with a cream sauce.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53247" y="868680"/>
            <a:ext cx="3566160" cy="5760720"/>
          </a:xfrm>
          <a:prstGeom prst="rect">
            <a:avLst/>
          </a:prstGeom>
          <a:solidFill>
            <a:srgbClr val="141828"/>
          </a:solidFill>
          <a:ln w="9525">
            <a:solidFill>
              <a:srgbClr val="2A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53247" y="868680"/>
            <a:ext cx="356616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19006" y="1143000"/>
            <a:ext cx="2926080" cy="292608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Calamari Tempur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3286" y="1097280"/>
            <a:ext cx="2926080" cy="292608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8747606" y="4114800"/>
            <a:ext cx="2377440" cy="12700"/>
          </a:xfrm>
          <a:prstGeom prst="rect">
            <a:avLst/>
          </a:prstGeom>
          <a:solidFill>
            <a:srgbClr val="8B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81847" y="42519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EEE8"/>
                </a:solidFill>
                <a:latin typeface="Georgia"/>
              </a:defRPr>
            </a:pPr>
            <a:r>
              <a:t>Calamari Tempura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1847" y="4754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9A96E"/>
                </a:solidFill>
                <a:latin typeface="Georgia"/>
              </a:defRPr>
            </a:pPr>
            <a:r>
              <a:t>$12.50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1847" y="52578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580"/>
                </a:solidFill>
                <a:latin typeface="Segoe UI Light"/>
              </a:defRPr>
            </a:pPr>
            <a:r>
              <a:t>Lightly breaded and fried calamari.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6720840"/>
            <a:ext cx="10362895" cy="12700"/>
          </a:xfrm>
          <a:prstGeom prst="rect">
            <a:avLst/>
          </a:prstGeom>
          <a:solidFill>
            <a:srgbClr val="3A3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0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2CC9C"/>
                </a:solidFill>
                <a:latin typeface="Georgia"/>
              </a:defRPr>
            </a:pPr>
            <a:r>
              <a:t>APPETIZERS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754A"/>
                </a:solidFill>
                <a:latin typeface="Georgia"/>
              </a:defRPr>
            </a:pPr>
            <a:r>
              <a:t>JooN's Sushi</a:t>
            </a:r>
          </a:p>
        </p:txBody>
      </p:sp>
      <p:sp>
        <p:nvSpPr>
          <p:cNvPr id="6" name="Rectangle 5"/>
          <p:cNvSpPr/>
          <p:nvPr/>
        </p:nvSpPr>
        <p:spPr>
          <a:xfrm>
            <a:off x="472287" y="868680"/>
            <a:ext cx="3566160" cy="5760720"/>
          </a:xfrm>
          <a:prstGeom prst="rect">
            <a:avLst/>
          </a:prstGeom>
          <a:solidFill>
            <a:srgbClr val="141828"/>
          </a:solidFill>
          <a:ln w="9525">
            <a:solidFill>
              <a:srgbClr val="2A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2287" y="868680"/>
            <a:ext cx="356616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38046" y="1143000"/>
            <a:ext cx="2926080" cy="292608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iablo D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6" y="1097280"/>
            <a:ext cx="2926080" cy="29260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066646" y="4114800"/>
            <a:ext cx="2377440" cy="12700"/>
          </a:xfrm>
          <a:prstGeom prst="rect">
            <a:avLst/>
          </a:prstGeom>
          <a:solidFill>
            <a:srgbClr val="8B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0887" y="42519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EEE8"/>
                </a:solidFill>
                <a:latin typeface="Georgia"/>
              </a:defRPr>
            </a:pPr>
            <a:r>
              <a:t>Diablo Dip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887" y="4754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9A96E"/>
                </a:solidFill>
                <a:latin typeface="Georgia"/>
              </a:defRPr>
            </a:pPr>
            <a:r>
              <a:t>$14.50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887" y="52578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580"/>
                </a:solidFill>
                <a:latin typeface="Segoe UI Light"/>
              </a:defRPr>
            </a:pPr>
            <a:r>
              <a:t>A spicy blend, typically including cream cheese and a fiery mix of peppers and spices, 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2767" y="868680"/>
            <a:ext cx="3566160" cy="5760720"/>
          </a:xfrm>
          <a:prstGeom prst="rect">
            <a:avLst/>
          </a:prstGeom>
          <a:solidFill>
            <a:srgbClr val="141828"/>
          </a:solidFill>
          <a:ln w="9525">
            <a:solidFill>
              <a:srgbClr val="2A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767" y="868680"/>
            <a:ext cx="356616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78526" y="1143000"/>
            <a:ext cx="2926080" cy="292608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Edamam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806" y="1097280"/>
            <a:ext cx="2926080" cy="292608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4907126" y="4114800"/>
            <a:ext cx="2377440" cy="12700"/>
          </a:xfrm>
          <a:prstGeom prst="rect">
            <a:avLst/>
          </a:prstGeom>
          <a:solidFill>
            <a:srgbClr val="8B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1367" y="42519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EEE8"/>
                </a:solidFill>
                <a:latin typeface="Georgia"/>
              </a:defRPr>
            </a:pPr>
            <a:r>
              <a:t>Edamame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1367" y="4754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9A96E"/>
                </a:solidFill>
                <a:latin typeface="Georgia"/>
              </a:defRPr>
            </a:pPr>
            <a:r>
              <a:t>$5.50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367" y="52578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580"/>
                </a:solidFill>
                <a:latin typeface="Segoe UI Light"/>
              </a:defRPr>
            </a:pPr>
            <a:r>
              <a:t>Lightly salted steamed soy beans.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53247" y="868680"/>
            <a:ext cx="3566160" cy="5760720"/>
          </a:xfrm>
          <a:prstGeom prst="rect">
            <a:avLst/>
          </a:prstGeom>
          <a:solidFill>
            <a:srgbClr val="141828"/>
          </a:solidFill>
          <a:ln w="9525">
            <a:solidFill>
              <a:srgbClr val="2A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53247" y="868680"/>
            <a:ext cx="356616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19006" y="1143000"/>
            <a:ext cx="2926080" cy="292608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Garlic Edamam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3286" y="1097280"/>
            <a:ext cx="2926080" cy="292608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8747606" y="4114800"/>
            <a:ext cx="2377440" cy="12700"/>
          </a:xfrm>
          <a:prstGeom prst="rect">
            <a:avLst/>
          </a:prstGeom>
          <a:solidFill>
            <a:srgbClr val="8B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81847" y="42519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EEE8"/>
                </a:solidFill>
                <a:latin typeface="Georgia"/>
              </a:defRPr>
            </a:pPr>
            <a:r>
              <a:t>Garlic Edamame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1847" y="4754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9A96E"/>
                </a:solidFill>
                <a:latin typeface="Georgia"/>
              </a:defRPr>
            </a:pPr>
            <a:r>
              <a:t>$7.50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1847" y="52578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580"/>
                </a:solidFill>
                <a:latin typeface="Segoe UI Light"/>
              </a:defRPr>
            </a:pPr>
            <a:r>
              <a:t>Edamame stir-fried in garlic butter.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6720840"/>
            <a:ext cx="10362895" cy="12700"/>
          </a:xfrm>
          <a:prstGeom prst="rect">
            <a:avLst/>
          </a:prstGeom>
          <a:solidFill>
            <a:srgbClr val="3A3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0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2CC9C"/>
                </a:solidFill>
                <a:latin typeface="Georgia"/>
              </a:defRPr>
            </a:pPr>
            <a:r>
              <a:t>APPETIZERS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754A"/>
                </a:solidFill>
                <a:latin typeface="Georgia"/>
              </a:defRPr>
            </a:pPr>
            <a:r>
              <a:t>JooN's Sushi</a:t>
            </a:r>
          </a:p>
        </p:txBody>
      </p:sp>
      <p:sp>
        <p:nvSpPr>
          <p:cNvPr id="6" name="Rectangle 5"/>
          <p:cNvSpPr/>
          <p:nvPr/>
        </p:nvSpPr>
        <p:spPr>
          <a:xfrm>
            <a:off x="2895447" y="868680"/>
            <a:ext cx="6400800" cy="5760720"/>
          </a:xfrm>
          <a:prstGeom prst="rect">
            <a:avLst/>
          </a:prstGeom>
          <a:solidFill>
            <a:srgbClr val="141828"/>
          </a:solidFill>
          <a:ln w="9525">
            <a:solidFill>
              <a:srgbClr val="2A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895447" y="868680"/>
            <a:ext cx="640080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764126" y="1143000"/>
            <a:ext cx="4754880" cy="475488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JooN's Fried Chick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8406" y="1097280"/>
            <a:ext cx="4754880" cy="47548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992726" y="5943600"/>
            <a:ext cx="4206240" cy="12700"/>
          </a:xfrm>
          <a:prstGeom prst="rect">
            <a:avLst/>
          </a:prstGeom>
          <a:solidFill>
            <a:srgbClr val="8B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24047" y="608076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0EEE8"/>
                </a:solidFill>
                <a:latin typeface="Georgia"/>
              </a:defRPr>
            </a:pPr>
            <a:r>
              <a:t>JooN's Fried Chicken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4047" y="66751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C9A96E"/>
                </a:solidFill>
                <a:latin typeface="Georgia"/>
              </a:defRPr>
            </a:pPr>
            <a:r>
              <a:t>$10.50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4047" y="726948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580"/>
                </a:solidFill>
                <a:latin typeface="Segoe UI Light"/>
              </a:defRPr>
            </a:pPr>
            <a:r>
              <a:t>Fried chicken wings served with jalapeno oil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6720840"/>
            <a:ext cx="10362895" cy="12700"/>
          </a:xfrm>
          <a:prstGeom prst="rect">
            <a:avLst/>
          </a:prstGeom>
          <a:solidFill>
            <a:srgbClr val="3A3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38247" y="1828800"/>
            <a:ext cx="7315200" cy="3200400"/>
          </a:xfrm>
          <a:prstGeom prst="rect">
            <a:avLst/>
          </a:prstGeom>
          <a:solidFill>
            <a:srgbClr val="0D0D1A"/>
          </a:solidFill>
          <a:ln w="12700">
            <a:solidFill>
              <a:srgbClr val="8B7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52647" y="2286000"/>
            <a:ext cx="5486400" cy="127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5603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E2CC9C"/>
                </a:solidFill>
                <a:latin typeface="Georgia"/>
              </a:defRPr>
            </a:pPr>
            <a:r>
              <a:t>BAKED ROLLS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6576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B754A"/>
                </a:solidFill>
                <a:latin typeface="Segoe UI"/>
              </a:defRPr>
            </a:pPr>
            <a:r>
              <a:t>· · 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02336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888580"/>
                </a:solidFill>
                <a:latin typeface="Segoe UI Light"/>
              </a:defRPr>
            </a:pPr>
            <a:r>
              <a:t>2 Selections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52647" y="4572000"/>
            <a:ext cx="5486400" cy="127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0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2CC9C"/>
                </a:solidFill>
                <a:latin typeface="Georgia"/>
              </a:defRPr>
            </a:pPr>
            <a:r>
              <a:t>BAKED ROLLS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754A"/>
                </a:solidFill>
                <a:latin typeface="Georgia"/>
              </a:defRPr>
            </a:pPr>
            <a:r>
              <a:t>JooN's Sushi</a:t>
            </a:r>
          </a:p>
        </p:txBody>
      </p:sp>
      <p:sp>
        <p:nvSpPr>
          <p:cNvPr id="6" name="Rectangle 5"/>
          <p:cNvSpPr/>
          <p:nvPr/>
        </p:nvSpPr>
        <p:spPr>
          <a:xfrm>
            <a:off x="792327" y="868680"/>
            <a:ext cx="5029200" cy="5760720"/>
          </a:xfrm>
          <a:prstGeom prst="rect">
            <a:avLst/>
          </a:prstGeom>
          <a:solidFill>
            <a:srgbClr val="141828"/>
          </a:solidFill>
          <a:ln w="9525">
            <a:solidFill>
              <a:srgbClr val="2A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2327" y="868680"/>
            <a:ext cx="502920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32406" y="1143000"/>
            <a:ext cx="3840480" cy="384048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ragon Ro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686" y="1097280"/>
            <a:ext cx="3840480" cy="38404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661006" y="5029200"/>
            <a:ext cx="3291840" cy="12700"/>
          </a:xfrm>
          <a:prstGeom prst="rect">
            <a:avLst/>
          </a:prstGeom>
          <a:solidFill>
            <a:srgbClr val="8B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0927" y="51663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EEE8"/>
                </a:solidFill>
                <a:latin typeface="Georgia"/>
              </a:defRPr>
            </a:pPr>
            <a:r>
              <a:t>Dragon Roll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0927" y="5760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9A96E"/>
                </a:solidFill>
                <a:latin typeface="Georgia"/>
              </a:defRPr>
            </a:pPr>
            <a:r>
              <a:t>$14.00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0927" y="63550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580"/>
                </a:solidFill>
                <a:latin typeface="Segoe UI Light"/>
              </a:defRPr>
            </a:pPr>
            <a:r>
              <a:t>Crab, avocado eel and avocado on top.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70167" y="868680"/>
            <a:ext cx="5029200" cy="5760720"/>
          </a:xfrm>
          <a:prstGeom prst="rect">
            <a:avLst/>
          </a:prstGeom>
          <a:solidFill>
            <a:srgbClr val="141828"/>
          </a:solidFill>
          <a:ln w="9525">
            <a:solidFill>
              <a:srgbClr val="2A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70167" y="868680"/>
            <a:ext cx="502920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10246" y="1143000"/>
            <a:ext cx="3840480" cy="384048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Baked Scallop Ro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4526" y="1097280"/>
            <a:ext cx="3840480" cy="384048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7238846" y="5029200"/>
            <a:ext cx="3291840" cy="12700"/>
          </a:xfrm>
          <a:prstGeom prst="rect">
            <a:avLst/>
          </a:prstGeom>
          <a:solidFill>
            <a:srgbClr val="8B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98767" y="51663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EEE8"/>
                </a:solidFill>
                <a:latin typeface="Georgia"/>
              </a:defRPr>
            </a:pPr>
            <a:r>
              <a:t>Baked Scallop Roll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98767" y="5760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9A96E"/>
                </a:solidFill>
                <a:latin typeface="Georgia"/>
              </a:defRPr>
            </a:pPr>
            <a:r>
              <a:t>$16.00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98767" y="63550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580"/>
                </a:solidFill>
                <a:latin typeface="Segoe UI Light"/>
              </a:defRPr>
            </a:pPr>
            <a:r>
              <a:t>Crab, avocado scallop on top.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6720840"/>
            <a:ext cx="10362895" cy="12700"/>
          </a:xfrm>
          <a:prstGeom prst="rect">
            <a:avLst/>
          </a:prstGeom>
          <a:solidFill>
            <a:srgbClr val="3A3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38247" y="1828800"/>
            <a:ext cx="7315200" cy="3200400"/>
          </a:xfrm>
          <a:prstGeom prst="rect">
            <a:avLst/>
          </a:prstGeom>
          <a:solidFill>
            <a:srgbClr val="0D0D1A"/>
          </a:solidFill>
          <a:ln w="12700">
            <a:solidFill>
              <a:srgbClr val="8B7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52647" y="2286000"/>
            <a:ext cx="5486400" cy="127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5603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E2CC9C"/>
                </a:solidFill>
                <a:latin typeface="Georgia"/>
              </a:defRPr>
            </a:pPr>
            <a:r>
              <a:t>ENTRÉE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6576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B754A"/>
                </a:solidFill>
                <a:latin typeface="Segoe UI"/>
              </a:defRPr>
            </a:pPr>
            <a:r>
              <a:t>· · 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02336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888580"/>
                </a:solidFill>
                <a:latin typeface="Segoe UI Light"/>
              </a:defRPr>
            </a:pPr>
            <a:r>
              <a:t>4 Selections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52647" y="4572000"/>
            <a:ext cx="5486400" cy="127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0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2CC9C"/>
                </a:solidFill>
                <a:latin typeface="Georgia"/>
              </a:defRPr>
            </a:pPr>
            <a:r>
              <a:t>ENTRÉE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754A"/>
                </a:solidFill>
                <a:latin typeface="Georgia"/>
              </a:defRPr>
            </a:pPr>
            <a:r>
              <a:t>JooN's Sushi</a:t>
            </a:r>
          </a:p>
        </p:txBody>
      </p:sp>
      <p:sp>
        <p:nvSpPr>
          <p:cNvPr id="6" name="Rectangle 5"/>
          <p:cNvSpPr/>
          <p:nvPr/>
        </p:nvSpPr>
        <p:spPr>
          <a:xfrm>
            <a:off x="472287" y="868680"/>
            <a:ext cx="3566160" cy="5760720"/>
          </a:xfrm>
          <a:prstGeom prst="rect">
            <a:avLst/>
          </a:prstGeom>
          <a:solidFill>
            <a:srgbClr val="141828"/>
          </a:solidFill>
          <a:ln w="9525">
            <a:solidFill>
              <a:srgbClr val="2A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2287" y="868680"/>
            <a:ext cx="356616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38046" y="1143000"/>
            <a:ext cx="2926080" cy="292608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hicken Teriyaki Pla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6" y="1097280"/>
            <a:ext cx="2926080" cy="29260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066646" y="4114800"/>
            <a:ext cx="2377440" cy="12700"/>
          </a:xfrm>
          <a:prstGeom prst="rect">
            <a:avLst/>
          </a:prstGeom>
          <a:solidFill>
            <a:srgbClr val="8B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0887" y="42519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EEE8"/>
                </a:solidFill>
                <a:latin typeface="Georgia"/>
              </a:defRPr>
            </a:pPr>
            <a:r>
              <a:t>Chicken Teriyaki Plate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887" y="4754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9A96E"/>
                </a:solidFill>
                <a:latin typeface="Georgia"/>
              </a:defRPr>
            </a:pPr>
            <a:r>
              <a:t>$16.50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887" y="52578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580"/>
                </a:solidFill>
                <a:latin typeface="Segoe UI Light"/>
              </a:defRPr>
            </a:pPr>
            <a:r>
              <a:t>Grilled chicken with teriyaki sauce. Served with miso soup, salad, and rice.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2767" y="868680"/>
            <a:ext cx="3566160" cy="5760720"/>
          </a:xfrm>
          <a:prstGeom prst="rect">
            <a:avLst/>
          </a:prstGeom>
          <a:solidFill>
            <a:srgbClr val="141828"/>
          </a:solidFill>
          <a:ln w="9525">
            <a:solidFill>
              <a:srgbClr val="2A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767" y="868680"/>
            <a:ext cx="356616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78526" y="1143000"/>
            <a:ext cx="2926080" cy="292608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Korean Short Ribs Plat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806" y="1097280"/>
            <a:ext cx="2926080" cy="292608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4907126" y="4114800"/>
            <a:ext cx="2377440" cy="12700"/>
          </a:xfrm>
          <a:prstGeom prst="rect">
            <a:avLst/>
          </a:prstGeom>
          <a:solidFill>
            <a:srgbClr val="8B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1367" y="42519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EEE8"/>
                </a:solidFill>
                <a:latin typeface="Georgia"/>
              </a:defRPr>
            </a:pPr>
            <a:r>
              <a:t>Korean Short Ribs Plate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1367" y="4754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9A96E"/>
                </a:solidFill>
                <a:latin typeface="Georgia"/>
              </a:defRPr>
            </a:pPr>
            <a:r>
              <a:t>$26.50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367" y="52578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580"/>
                </a:solidFill>
                <a:latin typeface="Segoe UI Light"/>
              </a:defRPr>
            </a:pPr>
            <a:r>
              <a:t>Marinated and grilled Korean BBQ short ribs. Served with miso soup, salad, and rice.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53247" y="868680"/>
            <a:ext cx="3566160" cy="5760720"/>
          </a:xfrm>
          <a:prstGeom prst="rect">
            <a:avLst/>
          </a:prstGeom>
          <a:solidFill>
            <a:srgbClr val="141828"/>
          </a:solidFill>
          <a:ln w="9525">
            <a:solidFill>
              <a:srgbClr val="2A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53247" y="868680"/>
            <a:ext cx="356616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19006" y="1143000"/>
            <a:ext cx="2926080" cy="292608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Bulgogi Plat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3286" y="1097280"/>
            <a:ext cx="2926080" cy="292608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8747606" y="4114800"/>
            <a:ext cx="2377440" cy="12700"/>
          </a:xfrm>
          <a:prstGeom prst="rect">
            <a:avLst/>
          </a:prstGeom>
          <a:solidFill>
            <a:srgbClr val="8B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81847" y="42519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EEE8"/>
                </a:solidFill>
                <a:latin typeface="Georgia"/>
              </a:defRPr>
            </a:pPr>
            <a:r>
              <a:t>Bulgogi Plate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1847" y="4754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9A96E"/>
                </a:solidFill>
                <a:latin typeface="Georgia"/>
              </a:defRPr>
            </a:pPr>
            <a:r>
              <a:t>$20.50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1847" y="52578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580"/>
                </a:solidFill>
                <a:latin typeface="Segoe UI Light"/>
              </a:defRPr>
            </a:pPr>
            <a:r>
              <a:t>Grilled beef with teriyaki sauce. Served with miso soup, salad, and rice.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6720840"/>
            <a:ext cx="10362895" cy="12700"/>
          </a:xfrm>
          <a:prstGeom prst="rect">
            <a:avLst/>
          </a:prstGeom>
          <a:solidFill>
            <a:srgbClr val="3A3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0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2CC9C"/>
                </a:solidFill>
                <a:latin typeface="Georgia"/>
              </a:defRPr>
            </a:pPr>
            <a:r>
              <a:t>ENTRÉE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754A"/>
                </a:solidFill>
                <a:latin typeface="Georgia"/>
              </a:defRPr>
            </a:pPr>
            <a:r>
              <a:t>JooN's Sushi</a:t>
            </a:r>
          </a:p>
        </p:txBody>
      </p:sp>
      <p:sp>
        <p:nvSpPr>
          <p:cNvPr id="6" name="Rectangle 5"/>
          <p:cNvSpPr/>
          <p:nvPr/>
        </p:nvSpPr>
        <p:spPr>
          <a:xfrm>
            <a:off x="2895447" y="868680"/>
            <a:ext cx="6400800" cy="5760720"/>
          </a:xfrm>
          <a:prstGeom prst="rect">
            <a:avLst/>
          </a:prstGeom>
          <a:solidFill>
            <a:srgbClr val="141828"/>
          </a:solidFill>
          <a:ln w="9525">
            <a:solidFill>
              <a:srgbClr val="2A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895447" y="868680"/>
            <a:ext cx="640080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764126" y="1143000"/>
            <a:ext cx="4754880" cy="475488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picy Chicken Pla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8406" y="1097280"/>
            <a:ext cx="4754880" cy="47548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992726" y="5943600"/>
            <a:ext cx="4206240" cy="12700"/>
          </a:xfrm>
          <a:prstGeom prst="rect">
            <a:avLst/>
          </a:prstGeom>
          <a:solidFill>
            <a:srgbClr val="8B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24047" y="608076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0EEE8"/>
                </a:solidFill>
                <a:latin typeface="Georgia"/>
              </a:defRPr>
            </a:pPr>
            <a:r>
              <a:t>Spicy Chicken Plate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4047" y="66751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C9A96E"/>
                </a:solidFill>
                <a:latin typeface="Georgia"/>
              </a:defRPr>
            </a:pPr>
            <a:r>
              <a:t>$16.50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4047" y="726948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580"/>
                </a:solidFill>
                <a:latin typeface="Segoe UI Light"/>
              </a:defRPr>
            </a:pPr>
            <a:r>
              <a:t>Grilled Chicken with spicy teriyaki sauce. Served with miso soup, salad, and rice.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6720840"/>
            <a:ext cx="10362895" cy="12700"/>
          </a:xfrm>
          <a:prstGeom prst="rect">
            <a:avLst/>
          </a:prstGeom>
          <a:solidFill>
            <a:srgbClr val="3A3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38247" y="1828800"/>
            <a:ext cx="7315200" cy="3200400"/>
          </a:xfrm>
          <a:prstGeom prst="rect">
            <a:avLst/>
          </a:prstGeom>
          <a:solidFill>
            <a:srgbClr val="0D0D1A"/>
          </a:solidFill>
          <a:ln w="12700">
            <a:solidFill>
              <a:srgbClr val="8B7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52647" y="2286000"/>
            <a:ext cx="5486400" cy="127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5603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E2CC9C"/>
                </a:solidFill>
                <a:latin typeface="Georgia"/>
              </a:defRPr>
            </a:pPr>
            <a:r>
              <a:t>FRESH ROLLS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6576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B754A"/>
                </a:solidFill>
                <a:latin typeface="Segoe UI"/>
              </a:defRPr>
            </a:pPr>
            <a:r>
              <a:t>· · 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02336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888580"/>
                </a:solidFill>
                <a:latin typeface="Segoe UI Light"/>
              </a:defRPr>
            </a:pPr>
            <a:r>
              <a:t>2 Selections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52647" y="4572000"/>
            <a:ext cx="5486400" cy="127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0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2CC9C"/>
                </a:solidFill>
                <a:latin typeface="Georgia"/>
              </a:defRPr>
            </a:pPr>
            <a:r>
              <a:t>FRESH ROLLS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754A"/>
                </a:solidFill>
                <a:latin typeface="Georgia"/>
              </a:defRPr>
            </a:pPr>
            <a:r>
              <a:t>JooN's Sushi</a:t>
            </a:r>
          </a:p>
        </p:txBody>
      </p:sp>
      <p:sp>
        <p:nvSpPr>
          <p:cNvPr id="6" name="Rectangle 5"/>
          <p:cNvSpPr/>
          <p:nvPr/>
        </p:nvSpPr>
        <p:spPr>
          <a:xfrm>
            <a:off x="792327" y="868680"/>
            <a:ext cx="5029200" cy="5760720"/>
          </a:xfrm>
          <a:prstGeom prst="rect">
            <a:avLst/>
          </a:prstGeom>
          <a:solidFill>
            <a:srgbClr val="141828"/>
          </a:solidFill>
          <a:ln w="9525">
            <a:solidFill>
              <a:srgbClr val="2A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2327" y="868680"/>
            <a:ext cx="502920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32406" y="1143000"/>
            <a:ext cx="3840480" cy="384048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ainbow Cut Ro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686" y="1097280"/>
            <a:ext cx="3840480" cy="38404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661006" y="5029200"/>
            <a:ext cx="3291840" cy="12700"/>
          </a:xfrm>
          <a:prstGeom prst="rect">
            <a:avLst/>
          </a:prstGeom>
          <a:solidFill>
            <a:srgbClr val="8B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0927" y="51663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EEE8"/>
                </a:solidFill>
                <a:latin typeface="Georgia"/>
              </a:defRPr>
            </a:pPr>
            <a:r>
              <a:t>Rainbow Cut Roll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0927" y="5760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9A96E"/>
                </a:solidFill>
                <a:latin typeface="Georgia"/>
              </a:defRPr>
            </a:pPr>
            <a:r>
              <a:t>$13.00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0927" y="63550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580"/>
                </a:solidFill>
                <a:latin typeface="Segoe UI Light"/>
              </a:defRPr>
            </a:pPr>
            <a:r>
              <a:t>Crab, avocado, assorted fish on top.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70167" y="868680"/>
            <a:ext cx="5029200" cy="5760720"/>
          </a:xfrm>
          <a:prstGeom prst="rect">
            <a:avLst/>
          </a:prstGeom>
          <a:solidFill>
            <a:srgbClr val="141828"/>
          </a:solidFill>
          <a:ln w="9525">
            <a:solidFill>
              <a:srgbClr val="2A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70167" y="868680"/>
            <a:ext cx="502920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10246" y="1143000"/>
            <a:ext cx="3840480" cy="384048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ink Lady Cut Ro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4526" y="1097280"/>
            <a:ext cx="3840480" cy="384048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7238846" y="5029200"/>
            <a:ext cx="3291840" cy="12700"/>
          </a:xfrm>
          <a:prstGeom prst="rect">
            <a:avLst/>
          </a:prstGeom>
          <a:solidFill>
            <a:srgbClr val="8B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98767" y="51663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EEE8"/>
                </a:solidFill>
                <a:latin typeface="Georgia"/>
              </a:defRPr>
            </a:pPr>
            <a:r>
              <a:t>Pink Lady Cut Roll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98767" y="5760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9A96E"/>
                </a:solidFill>
                <a:latin typeface="Georgia"/>
              </a:defRPr>
            </a:pPr>
            <a:r>
              <a:t>$14.00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98767" y="63550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580"/>
                </a:solidFill>
                <a:latin typeface="Segoe UI Light"/>
              </a:defRPr>
            </a:pPr>
            <a:r>
              <a:t>Spicy tuna, salmon on top.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6720840"/>
            <a:ext cx="10362895" cy="12700"/>
          </a:xfrm>
          <a:prstGeom prst="rect">
            <a:avLst/>
          </a:prstGeom>
          <a:solidFill>
            <a:srgbClr val="3A3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38247" y="1828800"/>
            <a:ext cx="7315200" cy="3200400"/>
          </a:xfrm>
          <a:prstGeom prst="rect">
            <a:avLst/>
          </a:prstGeom>
          <a:solidFill>
            <a:srgbClr val="0D0D1A"/>
          </a:solidFill>
          <a:ln w="12700">
            <a:solidFill>
              <a:srgbClr val="8B7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52647" y="2286000"/>
            <a:ext cx="5486400" cy="127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5603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E2CC9C"/>
                </a:solidFill>
                <a:latin typeface="Georgia"/>
              </a:defRPr>
            </a:pPr>
            <a:r>
              <a:t>NOODLES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6576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B754A"/>
                </a:solidFill>
                <a:latin typeface="Segoe UI"/>
              </a:defRPr>
            </a:pPr>
            <a:r>
              <a:t>· · 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02336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888580"/>
                </a:solidFill>
                <a:latin typeface="Segoe UI Light"/>
              </a:defRPr>
            </a:pPr>
            <a:r>
              <a:t>2 Selections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52647" y="4572000"/>
            <a:ext cx="5486400" cy="127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0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2CC9C"/>
                </a:solidFill>
                <a:latin typeface="Georgia"/>
              </a:defRPr>
            </a:pPr>
            <a:r>
              <a:t>NOODLES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754A"/>
                </a:solidFill>
                <a:latin typeface="Georgia"/>
              </a:defRPr>
            </a:pPr>
            <a:r>
              <a:t>JooN's Sushi</a:t>
            </a:r>
          </a:p>
        </p:txBody>
      </p:sp>
      <p:sp>
        <p:nvSpPr>
          <p:cNvPr id="6" name="Rectangle 5"/>
          <p:cNvSpPr/>
          <p:nvPr/>
        </p:nvSpPr>
        <p:spPr>
          <a:xfrm>
            <a:off x="792327" y="868680"/>
            <a:ext cx="5029200" cy="5760720"/>
          </a:xfrm>
          <a:prstGeom prst="rect">
            <a:avLst/>
          </a:prstGeom>
          <a:solidFill>
            <a:srgbClr val="141828"/>
          </a:solidFill>
          <a:ln w="9525">
            <a:solidFill>
              <a:srgbClr val="2A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2327" y="868680"/>
            <a:ext cx="502920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32406" y="1143000"/>
            <a:ext cx="3840480" cy="384048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hicken Ud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686" y="1097280"/>
            <a:ext cx="3840480" cy="38404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661006" y="5029200"/>
            <a:ext cx="3291840" cy="12700"/>
          </a:xfrm>
          <a:prstGeom prst="rect">
            <a:avLst/>
          </a:prstGeom>
          <a:solidFill>
            <a:srgbClr val="8B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0927" y="51663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EEE8"/>
                </a:solidFill>
                <a:latin typeface="Georgia"/>
              </a:defRPr>
            </a:pPr>
            <a:r>
              <a:t>Chicken Udon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0927" y="5760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9A96E"/>
                </a:solidFill>
                <a:latin typeface="Georgia"/>
              </a:defRPr>
            </a:pPr>
            <a:r>
              <a:t>$14.50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0927" y="63550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580"/>
                </a:solidFill>
                <a:latin typeface="Segoe UI Light"/>
              </a:defRPr>
            </a:pPr>
            <a:r>
              <a:t>Japanese noodle soup with chicken and vegetables.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70167" y="868680"/>
            <a:ext cx="5029200" cy="5760720"/>
          </a:xfrm>
          <a:prstGeom prst="rect">
            <a:avLst/>
          </a:prstGeom>
          <a:solidFill>
            <a:srgbClr val="141828"/>
          </a:solidFill>
          <a:ln w="9525">
            <a:solidFill>
              <a:srgbClr val="2A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70167" y="868680"/>
            <a:ext cx="502920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10246" y="1143000"/>
            <a:ext cx="3840480" cy="384048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Ram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4526" y="1097280"/>
            <a:ext cx="3840480" cy="384048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7238846" y="5029200"/>
            <a:ext cx="3291840" cy="12700"/>
          </a:xfrm>
          <a:prstGeom prst="rect">
            <a:avLst/>
          </a:prstGeom>
          <a:solidFill>
            <a:srgbClr val="8B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98767" y="51663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EEE8"/>
                </a:solidFill>
                <a:latin typeface="Georgia"/>
              </a:defRPr>
            </a:pPr>
            <a:r>
              <a:t>Ramen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98767" y="5760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9A96E"/>
                </a:solidFill>
                <a:latin typeface="Georgia"/>
              </a:defRPr>
            </a:pPr>
            <a:r>
              <a:t>$14.50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98767" y="63550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580"/>
                </a:solidFill>
                <a:latin typeface="Segoe UI Light"/>
              </a:defRPr>
            </a:pPr>
            <a:r>
              <a:t>Choice of Miso, Shoyu, or Tonkotsu ramen.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6720840"/>
            <a:ext cx="10362895" cy="12700"/>
          </a:xfrm>
          <a:prstGeom prst="rect">
            <a:avLst/>
          </a:prstGeom>
          <a:solidFill>
            <a:srgbClr val="3A3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38247" y="1828800"/>
            <a:ext cx="7315200" cy="3200400"/>
          </a:xfrm>
          <a:prstGeom prst="rect">
            <a:avLst/>
          </a:prstGeom>
          <a:solidFill>
            <a:srgbClr val="0D0D1A"/>
          </a:solidFill>
          <a:ln w="12700">
            <a:solidFill>
              <a:srgbClr val="8B7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52647" y="2286000"/>
            <a:ext cx="5486400" cy="127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5603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E2CC9C"/>
                </a:solidFill>
                <a:latin typeface="Georgia"/>
              </a:defRPr>
            </a:pPr>
            <a:r>
              <a:t>ROLLS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6576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B754A"/>
                </a:solidFill>
                <a:latin typeface="Segoe UI"/>
              </a:defRPr>
            </a:pPr>
            <a:r>
              <a:t>· · 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02336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888580"/>
                </a:solidFill>
                <a:latin typeface="Segoe UI Light"/>
              </a:defRPr>
            </a:pPr>
            <a:r>
              <a:t>11 Selections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52647" y="4572000"/>
            <a:ext cx="5486400" cy="127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0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2CC9C"/>
                </a:solidFill>
                <a:latin typeface="Georgia"/>
              </a:defRPr>
            </a:pPr>
            <a:r>
              <a:t>ROLLS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754A"/>
                </a:solidFill>
                <a:latin typeface="Georgia"/>
              </a:defRPr>
            </a:pPr>
            <a:r>
              <a:t>JooN's Sushi</a:t>
            </a:r>
          </a:p>
        </p:txBody>
      </p:sp>
      <p:sp>
        <p:nvSpPr>
          <p:cNvPr id="6" name="Rectangle 5"/>
          <p:cNvSpPr/>
          <p:nvPr/>
        </p:nvSpPr>
        <p:spPr>
          <a:xfrm>
            <a:off x="472287" y="868680"/>
            <a:ext cx="3566160" cy="5760720"/>
          </a:xfrm>
          <a:prstGeom prst="rect">
            <a:avLst/>
          </a:prstGeom>
          <a:solidFill>
            <a:srgbClr val="141828"/>
          </a:solidFill>
          <a:ln w="9525">
            <a:solidFill>
              <a:srgbClr val="2A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2287" y="868680"/>
            <a:ext cx="356616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38046" y="1143000"/>
            <a:ext cx="2926080" cy="292608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runch Ro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6" y="1097280"/>
            <a:ext cx="2926080" cy="29260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066646" y="4114800"/>
            <a:ext cx="2377440" cy="12700"/>
          </a:xfrm>
          <a:prstGeom prst="rect">
            <a:avLst/>
          </a:prstGeom>
          <a:solidFill>
            <a:srgbClr val="8B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0887" y="42519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EEE8"/>
                </a:solidFill>
                <a:latin typeface="Georgia"/>
              </a:defRPr>
            </a:pPr>
            <a:r>
              <a:t>Crunch Roll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887" y="4754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9A96E"/>
                </a:solidFill>
                <a:latin typeface="Georgia"/>
              </a:defRPr>
            </a:pPr>
            <a:r>
              <a:t>$12.00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887" y="52578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580"/>
                </a:solidFill>
                <a:latin typeface="Segoe UI Light"/>
              </a:defRPr>
            </a:pPr>
            <a:r>
              <a:t>Shrimp tempura, crab, avocado inside; crunch on top.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2767" y="868680"/>
            <a:ext cx="3566160" cy="5760720"/>
          </a:xfrm>
          <a:prstGeom prst="rect">
            <a:avLst/>
          </a:prstGeom>
          <a:solidFill>
            <a:srgbClr val="141828"/>
          </a:solidFill>
          <a:ln w="9525">
            <a:solidFill>
              <a:srgbClr val="2A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767" y="868680"/>
            <a:ext cx="356616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78526" y="1143000"/>
            <a:ext cx="2926080" cy="292608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alifornia Ro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806" y="1097280"/>
            <a:ext cx="2926080" cy="292608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4907126" y="4114800"/>
            <a:ext cx="2377440" cy="12700"/>
          </a:xfrm>
          <a:prstGeom prst="rect">
            <a:avLst/>
          </a:prstGeom>
          <a:solidFill>
            <a:srgbClr val="8B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1367" y="42519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EEE8"/>
                </a:solidFill>
                <a:latin typeface="Georgia"/>
              </a:defRPr>
            </a:pPr>
            <a:r>
              <a:t>California Roll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1367" y="4754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9A96E"/>
                </a:solidFill>
                <a:latin typeface="Georgia"/>
              </a:defRPr>
            </a:pPr>
            <a:r>
              <a:t>$8.00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367" y="52578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580"/>
                </a:solidFill>
                <a:latin typeface="Segoe UI Light"/>
              </a:defRPr>
            </a:pPr>
            <a:r>
              <a:t>Crab, avocado, and cucumber.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53247" y="868680"/>
            <a:ext cx="3566160" cy="5760720"/>
          </a:xfrm>
          <a:prstGeom prst="rect">
            <a:avLst/>
          </a:prstGeom>
          <a:solidFill>
            <a:srgbClr val="141828"/>
          </a:solidFill>
          <a:ln w="9525">
            <a:solidFill>
              <a:srgbClr val="2A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53247" y="868680"/>
            <a:ext cx="356616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19006" y="1143000"/>
            <a:ext cx="2926080" cy="292608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picy Tuna Rol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3286" y="1097280"/>
            <a:ext cx="2926080" cy="292608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8747606" y="4114800"/>
            <a:ext cx="2377440" cy="12700"/>
          </a:xfrm>
          <a:prstGeom prst="rect">
            <a:avLst/>
          </a:prstGeom>
          <a:solidFill>
            <a:srgbClr val="8B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81847" y="42519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EEE8"/>
                </a:solidFill>
                <a:latin typeface="Georgia"/>
              </a:defRPr>
            </a:pPr>
            <a:r>
              <a:t>Spicy Tuna Roll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1847" y="4754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9A96E"/>
                </a:solidFill>
                <a:latin typeface="Georgia"/>
              </a:defRPr>
            </a:pPr>
            <a:r>
              <a:t>$9.50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1847" y="52578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580"/>
                </a:solidFill>
                <a:latin typeface="Segoe UI Light"/>
              </a:defRPr>
            </a:pPr>
            <a:r>
              <a:t>Spicy tuna and cucumber.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6720840"/>
            <a:ext cx="10362895" cy="12700"/>
          </a:xfrm>
          <a:prstGeom prst="rect">
            <a:avLst/>
          </a:prstGeom>
          <a:solidFill>
            <a:srgbClr val="3A3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0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2CC9C"/>
                </a:solidFill>
                <a:latin typeface="Georgia"/>
              </a:defRPr>
            </a:pPr>
            <a:r>
              <a:t>ROLLS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754A"/>
                </a:solidFill>
                <a:latin typeface="Georgia"/>
              </a:defRPr>
            </a:pPr>
            <a:r>
              <a:t>JooN's Sushi</a:t>
            </a:r>
          </a:p>
        </p:txBody>
      </p:sp>
      <p:sp>
        <p:nvSpPr>
          <p:cNvPr id="6" name="Rectangle 5"/>
          <p:cNvSpPr/>
          <p:nvPr/>
        </p:nvSpPr>
        <p:spPr>
          <a:xfrm>
            <a:off x="472287" y="868680"/>
            <a:ext cx="3566160" cy="5760720"/>
          </a:xfrm>
          <a:prstGeom prst="rect">
            <a:avLst/>
          </a:prstGeom>
          <a:solidFill>
            <a:srgbClr val="141828"/>
          </a:solidFill>
          <a:ln w="9525">
            <a:solidFill>
              <a:srgbClr val="2A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2287" y="868680"/>
            <a:ext cx="356616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38046" y="1143000"/>
            <a:ext cx="2926080" cy="292608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picy California Ro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6" y="1097280"/>
            <a:ext cx="2926080" cy="29260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066646" y="4114800"/>
            <a:ext cx="2377440" cy="12700"/>
          </a:xfrm>
          <a:prstGeom prst="rect">
            <a:avLst/>
          </a:prstGeom>
          <a:solidFill>
            <a:srgbClr val="8B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0887" y="42519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EEE8"/>
                </a:solidFill>
                <a:latin typeface="Georgia"/>
              </a:defRPr>
            </a:pPr>
            <a:r>
              <a:t>Spicy California Roll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887" y="4754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9A96E"/>
                </a:solidFill>
                <a:latin typeface="Georgia"/>
              </a:defRPr>
            </a:pPr>
            <a:r>
              <a:t>$9.00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887" y="52578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580"/>
                </a:solidFill>
                <a:latin typeface="Segoe UI Light"/>
              </a:defRPr>
            </a:pPr>
            <a:r>
              <a:t>Spicy crab, avocado, and cucumber.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2767" y="868680"/>
            <a:ext cx="3566160" cy="5760720"/>
          </a:xfrm>
          <a:prstGeom prst="rect">
            <a:avLst/>
          </a:prstGeom>
          <a:solidFill>
            <a:srgbClr val="141828"/>
          </a:solidFill>
          <a:ln w="9525">
            <a:solidFill>
              <a:srgbClr val="2A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767" y="868680"/>
            <a:ext cx="356616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78526" y="1143000"/>
            <a:ext cx="2926080" cy="292608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hiladelphia Ro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806" y="1097280"/>
            <a:ext cx="2926080" cy="292608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4907126" y="4114800"/>
            <a:ext cx="2377440" cy="12700"/>
          </a:xfrm>
          <a:prstGeom prst="rect">
            <a:avLst/>
          </a:prstGeom>
          <a:solidFill>
            <a:srgbClr val="8B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1367" y="42519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EEE8"/>
                </a:solidFill>
                <a:latin typeface="Georgia"/>
              </a:defRPr>
            </a:pPr>
            <a:r>
              <a:t>Philadelphia Roll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1367" y="4754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9A96E"/>
                </a:solidFill>
                <a:latin typeface="Georgia"/>
              </a:defRPr>
            </a:pPr>
            <a:r>
              <a:t>$10.50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367" y="52578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580"/>
                </a:solidFill>
                <a:latin typeface="Segoe UI Light"/>
              </a:defRPr>
            </a:pPr>
            <a:r>
              <a:t>Salmon, avocado, and cream cheese.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53247" y="868680"/>
            <a:ext cx="3566160" cy="5760720"/>
          </a:xfrm>
          <a:prstGeom prst="rect">
            <a:avLst/>
          </a:prstGeom>
          <a:solidFill>
            <a:srgbClr val="141828"/>
          </a:solidFill>
          <a:ln w="9525">
            <a:solidFill>
              <a:srgbClr val="2A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53247" y="868680"/>
            <a:ext cx="356616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19006" y="1143000"/>
            <a:ext cx="2926080" cy="292608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pider Rol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3286" y="1097280"/>
            <a:ext cx="2926080" cy="292608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8747606" y="4114800"/>
            <a:ext cx="2377440" cy="12700"/>
          </a:xfrm>
          <a:prstGeom prst="rect">
            <a:avLst/>
          </a:prstGeom>
          <a:solidFill>
            <a:srgbClr val="8B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81847" y="42519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EEE8"/>
                </a:solidFill>
                <a:latin typeface="Georgia"/>
              </a:defRPr>
            </a:pPr>
            <a:r>
              <a:t>Spider Roll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1847" y="4754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9A96E"/>
                </a:solidFill>
                <a:latin typeface="Georgia"/>
              </a:defRPr>
            </a:pPr>
            <a:r>
              <a:t>$13.50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1847" y="52578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580"/>
                </a:solidFill>
                <a:latin typeface="Segoe UI Light"/>
              </a:defRPr>
            </a:pPr>
            <a:r>
              <a:t>Soft shell crab, crab, avocado, and cucumber.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6720840"/>
            <a:ext cx="10362895" cy="12700"/>
          </a:xfrm>
          <a:prstGeom prst="rect">
            <a:avLst/>
          </a:prstGeom>
          <a:solidFill>
            <a:srgbClr val="3A3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0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2CC9C"/>
                </a:solidFill>
                <a:latin typeface="Georgia"/>
              </a:defRPr>
            </a:pPr>
            <a:r>
              <a:t>ROLLS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754A"/>
                </a:solidFill>
                <a:latin typeface="Georgia"/>
              </a:defRPr>
            </a:pPr>
            <a:r>
              <a:t>JooN's Sushi</a:t>
            </a:r>
          </a:p>
        </p:txBody>
      </p:sp>
      <p:sp>
        <p:nvSpPr>
          <p:cNvPr id="6" name="Rectangle 5"/>
          <p:cNvSpPr/>
          <p:nvPr/>
        </p:nvSpPr>
        <p:spPr>
          <a:xfrm>
            <a:off x="472287" y="868680"/>
            <a:ext cx="3566160" cy="5760720"/>
          </a:xfrm>
          <a:prstGeom prst="rect">
            <a:avLst/>
          </a:prstGeom>
          <a:solidFill>
            <a:srgbClr val="141828"/>
          </a:solidFill>
          <a:ln w="9525">
            <a:solidFill>
              <a:srgbClr val="2A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2287" y="868680"/>
            <a:ext cx="356616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38046" y="1143000"/>
            <a:ext cx="2926080" cy="292608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picy Yellowtail Ro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6" y="1097280"/>
            <a:ext cx="2926080" cy="29260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066646" y="4114800"/>
            <a:ext cx="2377440" cy="12700"/>
          </a:xfrm>
          <a:prstGeom prst="rect">
            <a:avLst/>
          </a:prstGeom>
          <a:solidFill>
            <a:srgbClr val="8B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0887" y="42519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EEE8"/>
                </a:solidFill>
                <a:latin typeface="Georgia"/>
              </a:defRPr>
            </a:pPr>
            <a:r>
              <a:t>Spicy Yellowtail Roll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887" y="4754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9A96E"/>
                </a:solidFill>
                <a:latin typeface="Georgia"/>
              </a:defRPr>
            </a:pPr>
            <a:r>
              <a:t>$10.50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887" y="52578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580"/>
                </a:solidFill>
                <a:latin typeface="Segoe UI Light"/>
              </a:defRPr>
            </a:pPr>
            <a:r>
              <a:t>Spicy yellowtail and cucumber.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2767" y="868680"/>
            <a:ext cx="3566160" cy="5760720"/>
          </a:xfrm>
          <a:prstGeom prst="rect">
            <a:avLst/>
          </a:prstGeom>
          <a:solidFill>
            <a:srgbClr val="141828"/>
          </a:solidFill>
          <a:ln w="9525">
            <a:solidFill>
              <a:srgbClr val="2A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767" y="868680"/>
            <a:ext cx="356616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78526" y="1143000"/>
            <a:ext cx="2926080" cy="292608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ucumber Ro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806" y="1097280"/>
            <a:ext cx="2926080" cy="292608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4907126" y="4114800"/>
            <a:ext cx="2377440" cy="12700"/>
          </a:xfrm>
          <a:prstGeom prst="rect">
            <a:avLst/>
          </a:prstGeom>
          <a:solidFill>
            <a:srgbClr val="8B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1367" y="42519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EEE8"/>
                </a:solidFill>
                <a:latin typeface="Georgia"/>
              </a:defRPr>
            </a:pPr>
            <a:r>
              <a:t>Cucumber Roll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1367" y="4754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9A96E"/>
                </a:solidFill>
                <a:latin typeface="Georgia"/>
              </a:defRPr>
            </a:pPr>
            <a:r>
              <a:t>$6.50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367" y="52578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580"/>
                </a:solidFill>
                <a:latin typeface="Segoe UI Light"/>
              </a:defRPr>
            </a:pPr>
            <a:r>
              <a:t>Fresh cucumber wrapped in seaweed and rice.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53247" y="868680"/>
            <a:ext cx="3566160" cy="5760720"/>
          </a:xfrm>
          <a:prstGeom prst="rect">
            <a:avLst/>
          </a:prstGeom>
          <a:solidFill>
            <a:srgbClr val="141828"/>
          </a:solidFill>
          <a:ln w="9525">
            <a:solidFill>
              <a:srgbClr val="2A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53247" y="868680"/>
            <a:ext cx="356616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19006" y="1143000"/>
            <a:ext cx="2926080" cy="292608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almon Skin Rol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3286" y="1097280"/>
            <a:ext cx="2926080" cy="292608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8747606" y="4114800"/>
            <a:ext cx="2377440" cy="12700"/>
          </a:xfrm>
          <a:prstGeom prst="rect">
            <a:avLst/>
          </a:prstGeom>
          <a:solidFill>
            <a:srgbClr val="8B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81847" y="42519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EEE8"/>
                </a:solidFill>
                <a:latin typeface="Georgia"/>
              </a:defRPr>
            </a:pPr>
            <a:r>
              <a:t>Salmon Skin Roll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1847" y="4754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9A96E"/>
                </a:solidFill>
                <a:latin typeface="Georgia"/>
              </a:defRPr>
            </a:pPr>
            <a:r>
              <a:t>$10.00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1847" y="52578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580"/>
                </a:solidFill>
                <a:latin typeface="Segoe UI Light"/>
              </a:defRPr>
            </a:pPr>
            <a:r>
              <a:t>Baked salmon skin, cucumber, and gobo.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6720840"/>
            <a:ext cx="10362895" cy="12700"/>
          </a:xfrm>
          <a:prstGeom prst="rect">
            <a:avLst/>
          </a:prstGeom>
          <a:solidFill>
            <a:srgbClr val="3A3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0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2CC9C"/>
                </a:solidFill>
                <a:latin typeface="Georgia"/>
              </a:defRPr>
            </a:pPr>
            <a:r>
              <a:t>ROLLS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754A"/>
                </a:solidFill>
                <a:latin typeface="Georgia"/>
              </a:defRPr>
            </a:pPr>
            <a:r>
              <a:t>JooN's Sushi</a:t>
            </a:r>
          </a:p>
        </p:txBody>
      </p:sp>
      <p:sp>
        <p:nvSpPr>
          <p:cNvPr id="6" name="Rectangle 5"/>
          <p:cNvSpPr/>
          <p:nvPr/>
        </p:nvSpPr>
        <p:spPr>
          <a:xfrm>
            <a:off x="792327" y="868680"/>
            <a:ext cx="5029200" cy="5760720"/>
          </a:xfrm>
          <a:prstGeom prst="rect">
            <a:avLst/>
          </a:prstGeom>
          <a:solidFill>
            <a:srgbClr val="141828"/>
          </a:solidFill>
          <a:ln w="9525">
            <a:solidFill>
              <a:srgbClr val="2A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2327" y="868680"/>
            <a:ext cx="502920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32406" y="1143000"/>
            <a:ext cx="3840480" cy="384048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picy Scallop Ro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686" y="1097280"/>
            <a:ext cx="3840480" cy="38404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661006" y="5029200"/>
            <a:ext cx="3291840" cy="12700"/>
          </a:xfrm>
          <a:prstGeom prst="rect">
            <a:avLst/>
          </a:prstGeom>
          <a:solidFill>
            <a:srgbClr val="8B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0927" y="51663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EEE8"/>
                </a:solidFill>
                <a:latin typeface="Georgia"/>
              </a:defRPr>
            </a:pPr>
            <a:r>
              <a:t>Spicy Scallop Roll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0927" y="5760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9A96E"/>
                </a:solidFill>
                <a:latin typeface="Georgia"/>
              </a:defRPr>
            </a:pPr>
            <a:r>
              <a:t>$10.50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0927" y="63550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580"/>
                </a:solidFill>
                <a:latin typeface="Segoe UI Light"/>
              </a:defRPr>
            </a:pPr>
            <a:r>
              <a:t>Spicy scallop and cucumber.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70167" y="868680"/>
            <a:ext cx="5029200" cy="5760720"/>
          </a:xfrm>
          <a:prstGeom prst="rect">
            <a:avLst/>
          </a:prstGeom>
          <a:solidFill>
            <a:srgbClr val="141828"/>
          </a:solidFill>
          <a:ln w="9525">
            <a:solidFill>
              <a:srgbClr val="2A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70167" y="868680"/>
            <a:ext cx="502920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10246" y="1143000"/>
            <a:ext cx="3840480" cy="384048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picy Albacore Ro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4526" y="1097280"/>
            <a:ext cx="3840480" cy="384048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7238846" y="5029200"/>
            <a:ext cx="3291840" cy="12700"/>
          </a:xfrm>
          <a:prstGeom prst="rect">
            <a:avLst/>
          </a:prstGeom>
          <a:solidFill>
            <a:srgbClr val="8B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98767" y="51663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EEE8"/>
                </a:solidFill>
                <a:latin typeface="Georgia"/>
              </a:defRPr>
            </a:pPr>
            <a:r>
              <a:t>Spicy Albacore Roll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98767" y="5760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9A96E"/>
                </a:solidFill>
                <a:latin typeface="Georgia"/>
              </a:defRPr>
            </a:pPr>
            <a:r>
              <a:t>$10.50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98767" y="63550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580"/>
                </a:solidFill>
                <a:latin typeface="Segoe UI Light"/>
              </a:defRPr>
            </a:pPr>
            <a:r>
              <a:t>Spicy albacore and cucumber.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6720840"/>
            <a:ext cx="10362895" cy="12700"/>
          </a:xfrm>
          <a:prstGeom prst="rect">
            <a:avLst/>
          </a:prstGeom>
          <a:solidFill>
            <a:srgbClr val="3A3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38247" y="1828800"/>
            <a:ext cx="7315200" cy="3200400"/>
          </a:xfrm>
          <a:prstGeom prst="rect">
            <a:avLst/>
          </a:prstGeom>
          <a:solidFill>
            <a:srgbClr val="0D0D1A"/>
          </a:solidFill>
          <a:ln w="12700">
            <a:solidFill>
              <a:srgbClr val="8B7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52647" y="2286000"/>
            <a:ext cx="5486400" cy="127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5603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E2CC9C"/>
                </a:solidFill>
                <a:latin typeface="Georgia"/>
              </a:defRPr>
            </a:pPr>
            <a:r>
              <a:t>SALADS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6576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B754A"/>
                </a:solidFill>
                <a:latin typeface="Segoe UI"/>
              </a:defRPr>
            </a:pPr>
            <a:r>
              <a:t>· · 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02336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888580"/>
                </a:solidFill>
                <a:latin typeface="Segoe UI Light"/>
              </a:defRPr>
            </a:pPr>
            <a:r>
              <a:t>4 Selections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52647" y="4572000"/>
            <a:ext cx="5486400" cy="127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0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2CC9C"/>
                </a:solidFill>
                <a:latin typeface="Georgia"/>
              </a:defRPr>
            </a:pPr>
            <a:r>
              <a:t>SALADS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754A"/>
                </a:solidFill>
                <a:latin typeface="Georgia"/>
              </a:defRPr>
            </a:pPr>
            <a:r>
              <a:t>JooN's Sushi</a:t>
            </a:r>
          </a:p>
        </p:txBody>
      </p:sp>
      <p:sp>
        <p:nvSpPr>
          <p:cNvPr id="6" name="Rectangle 5"/>
          <p:cNvSpPr/>
          <p:nvPr/>
        </p:nvSpPr>
        <p:spPr>
          <a:xfrm>
            <a:off x="472287" y="868680"/>
            <a:ext cx="3566160" cy="5760720"/>
          </a:xfrm>
          <a:prstGeom prst="rect">
            <a:avLst/>
          </a:prstGeom>
          <a:solidFill>
            <a:srgbClr val="141828"/>
          </a:solidFill>
          <a:ln w="9525">
            <a:solidFill>
              <a:srgbClr val="2A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2287" y="868680"/>
            <a:ext cx="356616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38046" y="1143000"/>
            <a:ext cx="2926080" cy="292608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vocado Sal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6" y="1097280"/>
            <a:ext cx="2926080" cy="29260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066646" y="4114800"/>
            <a:ext cx="2377440" cy="12700"/>
          </a:xfrm>
          <a:prstGeom prst="rect">
            <a:avLst/>
          </a:prstGeom>
          <a:solidFill>
            <a:srgbClr val="8B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0887" y="42519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EEE8"/>
                </a:solidFill>
                <a:latin typeface="Georgia"/>
              </a:defRPr>
            </a:pPr>
            <a:r>
              <a:t>Avocado Salad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887" y="4754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9A96E"/>
                </a:solidFill>
                <a:latin typeface="Georgia"/>
              </a:defRPr>
            </a:pPr>
            <a:r>
              <a:t>$10.50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887" y="52578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580"/>
                </a:solidFill>
                <a:latin typeface="Segoe UI Light"/>
              </a:defRPr>
            </a:pPr>
            <a:r>
              <a:t>House salad topped with fresh avocados.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2767" y="868680"/>
            <a:ext cx="3566160" cy="5760720"/>
          </a:xfrm>
          <a:prstGeom prst="rect">
            <a:avLst/>
          </a:prstGeom>
          <a:solidFill>
            <a:srgbClr val="141828"/>
          </a:solidFill>
          <a:ln w="9525">
            <a:solidFill>
              <a:srgbClr val="2A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767" y="868680"/>
            <a:ext cx="356616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78526" y="1143000"/>
            <a:ext cx="2926080" cy="292608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Grilled Chicken Sala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806" y="1097280"/>
            <a:ext cx="2926080" cy="292608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4907126" y="4114800"/>
            <a:ext cx="2377440" cy="12700"/>
          </a:xfrm>
          <a:prstGeom prst="rect">
            <a:avLst/>
          </a:prstGeom>
          <a:solidFill>
            <a:srgbClr val="8B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1367" y="42519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EEE8"/>
                </a:solidFill>
                <a:latin typeface="Georgia"/>
              </a:defRPr>
            </a:pPr>
            <a:r>
              <a:t>Grilled Chicken Salad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1367" y="4754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9A96E"/>
                </a:solidFill>
                <a:latin typeface="Georgia"/>
              </a:defRPr>
            </a:pPr>
            <a:r>
              <a:t>$14.50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367" y="52578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580"/>
                </a:solidFill>
                <a:latin typeface="Segoe UI Light"/>
              </a:defRPr>
            </a:pPr>
            <a:r>
              <a:t>House salad topped with grilled chicken.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53247" y="868680"/>
            <a:ext cx="3566160" cy="5760720"/>
          </a:xfrm>
          <a:prstGeom prst="rect">
            <a:avLst/>
          </a:prstGeom>
          <a:solidFill>
            <a:srgbClr val="141828"/>
          </a:solidFill>
          <a:ln w="9525">
            <a:solidFill>
              <a:srgbClr val="2A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53247" y="868680"/>
            <a:ext cx="356616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19006" y="1143000"/>
            <a:ext cx="2926080" cy="292608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Grilled Salmon Sala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3286" y="1097280"/>
            <a:ext cx="2926080" cy="292608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8747606" y="4114800"/>
            <a:ext cx="2377440" cy="12700"/>
          </a:xfrm>
          <a:prstGeom prst="rect">
            <a:avLst/>
          </a:prstGeom>
          <a:solidFill>
            <a:srgbClr val="8B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81847" y="42519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EEE8"/>
                </a:solidFill>
                <a:latin typeface="Georgia"/>
              </a:defRPr>
            </a:pPr>
            <a:r>
              <a:t>Grilled Salmon Salad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1847" y="4754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9A96E"/>
                </a:solidFill>
                <a:latin typeface="Georgia"/>
              </a:defRPr>
            </a:pPr>
            <a:r>
              <a:t>$16.50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1847" y="52578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580"/>
                </a:solidFill>
                <a:latin typeface="Segoe UI Light"/>
              </a:defRPr>
            </a:pPr>
            <a:r>
              <a:t>House salad topped with grilled salmon.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6720840"/>
            <a:ext cx="10362895" cy="12700"/>
          </a:xfrm>
          <a:prstGeom prst="rect">
            <a:avLst/>
          </a:prstGeom>
          <a:solidFill>
            <a:srgbClr val="3A3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0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2CC9C"/>
                </a:solidFill>
                <a:latin typeface="Georgia"/>
              </a:defRPr>
            </a:pPr>
            <a:r>
              <a:t>SALADS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754A"/>
                </a:solidFill>
                <a:latin typeface="Georgia"/>
              </a:defRPr>
            </a:pPr>
            <a:r>
              <a:t>JooN's Sushi</a:t>
            </a:r>
          </a:p>
        </p:txBody>
      </p:sp>
      <p:sp>
        <p:nvSpPr>
          <p:cNvPr id="6" name="Rectangle 5"/>
          <p:cNvSpPr/>
          <p:nvPr/>
        </p:nvSpPr>
        <p:spPr>
          <a:xfrm>
            <a:off x="2895447" y="868680"/>
            <a:ext cx="6400800" cy="5760720"/>
          </a:xfrm>
          <a:prstGeom prst="rect">
            <a:avLst/>
          </a:prstGeom>
          <a:solidFill>
            <a:srgbClr val="141828"/>
          </a:solidFill>
          <a:ln w="9525">
            <a:solidFill>
              <a:srgbClr val="2A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895447" y="868680"/>
            <a:ext cx="640080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764126" y="1143000"/>
            <a:ext cx="4754880" cy="475488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eaweed Sal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8406" y="1097280"/>
            <a:ext cx="4754880" cy="47548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992726" y="5943600"/>
            <a:ext cx="4206240" cy="12700"/>
          </a:xfrm>
          <a:prstGeom prst="rect">
            <a:avLst/>
          </a:prstGeom>
          <a:solidFill>
            <a:srgbClr val="8B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24047" y="608076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0EEE8"/>
                </a:solidFill>
                <a:latin typeface="Georgia"/>
              </a:defRPr>
            </a:pPr>
            <a:r>
              <a:t>Seaweed Salad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4047" y="66751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C9A96E"/>
                </a:solidFill>
                <a:latin typeface="Georgia"/>
              </a:defRPr>
            </a:pPr>
            <a:r>
              <a:t>$7.50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4047" y="726948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580"/>
                </a:solidFill>
                <a:latin typeface="Segoe UI Light"/>
              </a:defRPr>
            </a:pPr>
            <a:r>
              <a:t>Japanese seaweed salad.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6720840"/>
            <a:ext cx="10362895" cy="12700"/>
          </a:xfrm>
          <a:prstGeom prst="rect">
            <a:avLst/>
          </a:prstGeom>
          <a:solidFill>
            <a:srgbClr val="3A3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38247" y="1828800"/>
            <a:ext cx="7315200" cy="3200400"/>
          </a:xfrm>
          <a:prstGeom prst="rect">
            <a:avLst/>
          </a:prstGeom>
          <a:solidFill>
            <a:srgbClr val="0D0D1A"/>
          </a:solidFill>
          <a:ln w="12700">
            <a:solidFill>
              <a:srgbClr val="8B7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52647" y="2286000"/>
            <a:ext cx="5486400" cy="127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5603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E2CC9C"/>
                </a:solidFill>
                <a:latin typeface="Georgia"/>
              </a:defRPr>
            </a:pPr>
            <a:r>
              <a:t>FROM THE SUSHI BAR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6576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B754A"/>
                </a:solidFill>
                <a:latin typeface="Segoe UI"/>
              </a:defRPr>
            </a:pPr>
            <a:r>
              <a:t>· · 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02336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888580"/>
                </a:solidFill>
                <a:latin typeface="Segoe UI Light"/>
              </a:defRPr>
            </a:pPr>
            <a:r>
              <a:t>2 Selections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52647" y="4572000"/>
            <a:ext cx="5486400" cy="127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0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2CC9C"/>
                </a:solidFill>
                <a:latin typeface="Georgia"/>
              </a:defRPr>
            </a:pPr>
            <a:r>
              <a:t>FROM THE SUSHI 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754A"/>
                </a:solidFill>
                <a:latin typeface="Georgia"/>
              </a:defRPr>
            </a:pPr>
            <a:r>
              <a:t>JooN's Sushi</a:t>
            </a:r>
          </a:p>
        </p:txBody>
      </p:sp>
      <p:sp>
        <p:nvSpPr>
          <p:cNvPr id="6" name="Rectangle 5"/>
          <p:cNvSpPr/>
          <p:nvPr/>
        </p:nvSpPr>
        <p:spPr>
          <a:xfrm>
            <a:off x="792327" y="868680"/>
            <a:ext cx="5029200" cy="5760720"/>
          </a:xfrm>
          <a:prstGeom prst="rect">
            <a:avLst/>
          </a:prstGeom>
          <a:solidFill>
            <a:srgbClr val="141828"/>
          </a:solidFill>
          <a:ln w="9525">
            <a:solidFill>
              <a:srgbClr val="2A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2327" y="868680"/>
            <a:ext cx="502920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32406" y="1143000"/>
            <a:ext cx="3840480" cy="384048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ashimi 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686" y="1097280"/>
            <a:ext cx="3840480" cy="38404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661006" y="5029200"/>
            <a:ext cx="3291840" cy="12700"/>
          </a:xfrm>
          <a:prstGeom prst="rect">
            <a:avLst/>
          </a:prstGeom>
          <a:solidFill>
            <a:srgbClr val="8B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0927" y="51663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EEE8"/>
                </a:solidFill>
                <a:latin typeface="Georgia"/>
              </a:defRPr>
            </a:pPr>
            <a:r>
              <a:t>Sashimi 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0927" y="5760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9A96E"/>
                </a:solidFill>
                <a:latin typeface="Georgia"/>
              </a:defRPr>
            </a:pPr>
            <a:r>
              <a:t>$30.50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0927" y="63550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580"/>
                </a:solidFill>
                <a:latin typeface="Segoe UI Light"/>
              </a:defRPr>
            </a:pPr>
            <a:r>
              <a:t>Tuna, salmon, yellowtail, escolar, and albacore sashimi. Served with rice upon request....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70167" y="868680"/>
            <a:ext cx="5029200" cy="5760720"/>
          </a:xfrm>
          <a:prstGeom prst="rect">
            <a:avLst/>
          </a:prstGeom>
          <a:solidFill>
            <a:srgbClr val="141828"/>
          </a:solidFill>
          <a:ln w="9525">
            <a:solidFill>
              <a:srgbClr val="2A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70167" y="868680"/>
            <a:ext cx="502920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10246" y="1143000"/>
            <a:ext cx="3840480" cy="384048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Unagi Specia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4526" y="1097280"/>
            <a:ext cx="3840480" cy="384048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7238846" y="5029200"/>
            <a:ext cx="3291840" cy="12700"/>
          </a:xfrm>
          <a:prstGeom prst="rect">
            <a:avLst/>
          </a:prstGeom>
          <a:solidFill>
            <a:srgbClr val="8B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98767" y="51663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EEE8"/>
                </a:solidFill>
                <a:latin typeface="Georgia"/>
              </a:defRPr>
            </a:pPr>
            <a:r>
              <a:t>Unagi Special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98767" y="5760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9A96E"/>
                </a:solidFill>
                <a:latin typeface="Georgia"/>
              </a:defRPr>
            </a:pPr>
            <a:r>
              <a:t>$20.50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98767" y="63550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580"/>
                </a:solidFill>
                <a:latin typeface="Segoe UI Light"/>
              </a:defRPr>
            </a:pPr>
            <a:r>
              <a:t>Unagi and avocado served with rice. Served with miso soup and salad.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6720840"/>
            <a:ext cx="10362895" cy="12700"/>
          </a:xfrm>
          <a:prstGeom prst="rect">
            <a:avLst/>
          </a:prstGeom>
          <a:solidFill>
            <a:srgbClr val="3A3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38247" y="1828800"/>
            <a:ext cx="7315200" cy="3200400"/>
          </a:xfrm>
          <a:prstGeom prst="rect">
            <a:avLst/>
          </a:prstGeom>
          <a:solidFill>
            <a:srgbClr val="0D0D1A"/>
          </a:solidFill>
          <a:ln w="12700">
            <a:solidFill>
              <a:srgbClr val="8B7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52647" y="2286000"/>
            <a:ext cx="5486400" cy="127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5603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E2CC9C"/>
                </a:solidFill>
                <a:latin typeface="Georgia"/>
              </a:defRPr>
            </a:pPr>
            <a:r>
              <a:t>SPECIAL ROLLS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6576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B754A"/>
                </a:solidFill>
                <a:latin typeface="Segoe UI"/>
              </a:defRPr>
            </a:pPr>
            <a:r>
              <a:t>· · 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02336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888580"/>
                </a:solidFill>
                <a:latin typeface="Segoe UI Light"/>
              </a:defRPr>
            </a:pPr>
            <a:r>
              <a:t>6 Selections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52647" y="4572000"/>
            <a:ext cx="5486400" cy="127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0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2CC9C"/>
                </a:solidFill>
                <a:latin typeface="Georgia"/>
              </a:defRPr>
            </a:pPr>
            <a:r>
              <a:t>SPECIAL ROLLS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754A"/>
                </a:solidFill>
                <a:latin typeface="Georgia"/>
              </a:defRPr>
            </a:pPr>
            <a:r>
              <a:t>JooN's Sushi</a:t>
            </a:r>
          </a:p>
        </p:txBody>
      </p:sp>
      <p:sp>
        <p:nvSpPr>
          <p:cNvPr id="6" name="Rectangle 5"/>
          <p:cNvSpPr/>
          <p:nvPr/>
        </p:nvSpPr>
        <p:spPr>
          <a:xfrm>
            <a:off x="472287" y="868680"/>
            <a:ext cx="3566160" cy="5760720"/>
          </a:xfrm>
          <a:prstGeom prst="rect">
            <a:avLst/>
          </a:prstGeom>
          <a:solidFill>
            <a:srgbClr val="141828"/>
          </a:solidFill>
          <a:ln w="9525">
            <a:solidFill>
              <a:srgbClr val="2A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2287" y="868680"/>
            <a:ext cx="356616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38046" y="1143000"/>
            <a:ext cx="2926080" cy="292608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JooN's Special Ro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6" y="1097280"/>
            <a:ext cx="2926080" cy="29260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066646" y="4114800"/>
            <a:ext cx="2377440" cy="12700"/>
          </a:xfrm>
          <a:prstGeom prst="rect">
            <a:avLst/>
          </a:prstGeom>
          <a:solidFill>
            <a:srgbClr val="8B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0887" y="42519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EEE8"/>
                </a:solidFill>
                <a:latin typeface="Georgia"/>
              </a:defRPr>
            </a:pPr>
            <a:r>
              <a:t>JooN's Special Roll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887" y="4754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9A96E"/>
                </a:solidFill>
                <a:latin typeface="Georgia"/>
              </a:defRPr>
            </a:pPr>
            <a:r>
              <a:t>$17.50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887" y="52578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580"/>
                </a:solidFill>
                <a:latin typeface="Segoe UI Light"/>
              </a:defRPr>
            </a:pPr>
            <a:r>
              <a:t>Spicy crab, shrimp tempura peppered albacore on top with garlic ponzu, spicy mayo, eel 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2767" y="868680"/>
            <a:ext cx="3566160" cy="5760720"/>
          </a:xfrm>
          <a:prstGeom prst="rect">
            <a:avLst/>
          </a:prstGeom>
          <a:solidFill>
            <a:srgbClr val="141828"/>
          </a:solidFill>
          <a:ln w="9525">
            <a:solidFill>
              <a:srgbClr val="2A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767" y="868680"/>
            <a:ext cx="356616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78526" y="1143000"/>
            <a:ext cx="2926080" cy="292608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Mango Tango Ro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806" y="1097280"/>
            <a:ext cx="2926080" cy="292608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4907126" y="4114800"/>
            <a:ext cx="2377440" cy="12700"/>
          </a:xfrm>
          <a:prstGeom prst="rect">
            <a:avLst/>
          </a:prstGeom>
          <a:solidFill>
            <a:srgbClr val="8B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1367" y="42519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EEE8"/>
                </a:solidFill>
                <a:latin typeface="Georgia"/>
              </a:defRPr>
            </a:pPr>
            <a:r>
              <a:t>Mango Tango Roll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1367" y="4754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9A96E"/>
                </a:solidFill>
                <a:latin typeface="Georgia"/>
              </a:defRPr>
            </a:pPr>
            <a:r>
              <a:t>$16.50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367" y="52578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580"/>
                </a:solidFill>
                <a:latin typeface="Segoe UI Light"/>
              </a:defRPr>
            </a:pPr>
            <a:r>
              <a:t>Salmon, avocado mango, mango sauce, red onion, shichimi, and sriracha on top.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53247" y="868680"/>
            <a:ext cx="3566160" cy="5760720"/>
          </a:xfrm>
          <a:prstGeom prst="rect">
            <a:avLst/>
          </a:prstGeom>
          <a:solidFill>
            <a:srgbClr val="141828"/>
          </a:solidFill>
          <a:ln w="9525">
            <a:solidFill>
              <a:srgbClr val="2A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53247" y="868680"/>
            <a:ext cx="356616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19006" y="1143000"/>
            <a:ext cx="2926080" cy="292608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Mexican Rol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3286" y="1097280"/>
            <a:ext cx="2926080" cy="292608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8747606" y="4114800"/>
            <a:ext cx="2377440" cy="12700"/>
          </a:xfrm>
          <a:prstGeom prst="rect">
            <a:avLst/>
          </a:prstGeom>
          <a:solidFill>
            <a:srgbClr val="8B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81847" y="42519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EEE8"/>
                </a:solidFill>
                <a:latin typeface="Georgia"/>
              </a:defRPr>
            </a:pPr>
            <a:r>
              <a:t>Mexican Roll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1847" y="4754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9A96E"/>
                </a:solidFill>
                <a:latin typeface="Georgia"/>
              </a:defRPr>
            </a:pPr>
            <a:r>
              <a:t>$16.50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1847" y="52578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580"/>
                </a:solidFill>
                <a:latin typeface="Segoe UI Light"/>
              </a:defRPr>
            </a:pPr>
            <a:r>
              <a:t>Spicy crab, avocado, cucumber shrimp and avocado on top with spicy mayo.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6720840"/>
            <a:ext cx="10362895" cy="12700"/>
          </a:xfrm>
          <a:prstGeom prst="rect">
            <a:avLst/>
          </a:prstGeom>
          <a:solidFill>
            <a:srgbClr val="3A3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0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2CC9C"/>
                </a:solidFill>
                <a:latin typeface="Georgia"/>
              </a:defRPr>
            </a:pPr>
            <a:r>
              <a:t>SPECIAL ROLLS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754A"/>
                </a:solidFill>
                <a:latin typeface="Georgia"/>
              </a:defRPr>
            </a:pPr>
            <a:r>
              <a:t>JooN's Sushi</a:t>
            </a:r>
          </a:p>
        </p:txBody>
      </p:sp>
      <p:sp>
        <p:nvSpPr>
          <p:cNvPr id="6" name="Rectangle 5"/>
          <p:cNvSpPr/>
          <p:nvPr/>
        </p:nvSpPr>
        <p:spPr>
          <a:xfrm>
            <a:off x="472287" y="868680"/>
            <a:ext cx="3566160" cy="5760720"/>
          </a:xfrm>
          <a:prstGeom prst="rect">
            <a:avLst/>
          </a:prstGeom>
          <a:solidFill>
            <a:srgbClr val="141828"/>
          </a:solidFill>
          <a:ln w="9525">
            <a:solidFill>
              <a:srgbClr val="2A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2287" y="868680"/>
            <a:ext cx="356616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38046" y="1143000"/>
            <a:ext cx="2926080" cy="292608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ouble Shrimp Ro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6" y="1097280"/>
            <a:ext cx="2926080" cy="29260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066646" y="4114800"/>
            <a:ext cx="2377440" cy="12700"/>
          </a:xfrm>
          <a:prstGeom prst="rect">
            <a:avLst/>
          </a:prstGeom>
          <a:solidFill>
            <a:srgbClr val="8B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0887" y="42519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EEE8"/>
                </a:solidFill>
                <a:latin typeface="Georgia"/>
              </a:defRPr>
            </a:pPr>
            <a:r>
              <a:t>Double Shrimp Roll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887" y="4754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9A96E"/>
                </a:solidFill>
                <a:latin typeface="Georgia"/>
              </a:defRPr>
            </a:pPr>
            <a:r>
              <a:t>$17.50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887" y="52578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580"/>
                </a:solidFill>
                <a:latin typeface="Segoe UI Light"/>
              </a:defRPr>
            </a:pPr>
            <a:r>
              <a:t>Crab, avocado, shrimp tempura shrimp and avocado on top.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2767" y="868680"/>
            <a:ext cx="3566160" cy="5760720"/>
          </a:xfrm>
          <a:prstGeom prst="rect">
            <a:avLst/>
          </a:prstGeom>
          <a:solidFill>
            <a:srgbClr val="141828"/>
          </a:solidFill>
          <a:ln w="9525">
            <a:solidFill>
              <a:srgbClr val="2A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767" y="868680"/>
            <a:ext cx="356616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78526" y="1143000"/>
            <a:ext cx="2926080" cy="292608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aterpillar Ro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806" y="1097280"/>
            <a:ext cx="2926080" cy="292608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4907126" y="4114800"/>
            <a:ext cx="2377440" cy="12700"/>
          </a:xfrm>
          <a:prstGeom prst="rect">
            <a:avLst/>
          </a:prstGeom>
          <a:solidFill>
            <a:srgbClr val="8B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1367" y="42519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EEE8"/>
                </a:solidFill>
                <a:latin typeface="Georgia"/>
              </a:defRPr>
            </a:pPr>
            <a:r>
              <a:t>Caterpillar Roll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1367" y="4754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9A96E"/>
                </a:solidFill>
                <a:latin typeface="Georgia"/>
              </a:defRPr>
            </a:pPr>
            <a:r>
              <a:t>$16.50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367" y="52578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580"/>
                </a:solidFill>
                <a:latin typeface="Segoe UI Light"/>
              </a:defRPr>
            </a:pPr>
            <a:r>
              <a:t>Crab, eel avocado on top with eel sauce.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53247" y="868680"/>
            <a:ext cx="3566160" cy="5760720"/>
          </a:xfrm>
          <a:prstGeom prst="rect">
            <a:avLst/>
          </a:prstGeom>
          <a:solidFill>
            <a:srgbClr val="141828"/>
          </a:solidFill>
          <a:ln w="9525">
            <a:solidFill>
              <a:srgbClr val="2A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53247" y="868680"/>
            <a:ext cx="356616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19006" y="1143000"/>
            <a:ext cx="2926080" cy="292608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pring Rol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3286" y="1097280"/>
            <a:ext cx="2926080" cy="292608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8747606" y="4114800"/>
            <a:ext cx="2377440" cy="12700"/>
          </a:xfrm>
          <a:prstGeom prst="rect">
            <a:avLst/>
          </a:prstGeom>
          <a:solidFill>
            <a:srgbClr val="8B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81847" y="42519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EEE8"/>
                </a:solidFill>
                <a:latin typeface="Georgia"/>
              </a:defRPr>
            </a:pPr>
            <a:r>
              <a:t>Spring Roll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1847" y="4754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9A96E"/>
                </a:solidFill>
                <a:latin typeface="Georgia"/>
              </a:defRPr>
            </a:pPr>
            <a:r>
              <a:t>$16.50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1847" y="52578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580"/>
                </a:solidFill>
                <a:latin typeface="Segoe UI Light"/>
              </a:defRPr>
            </a:pPr>
            <a:r>
              <a:t>Crab, shrimp, spicy tuna wrapped in cucumber topped with green onion, masago, and ponzu...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6720840"/>
            <a:ext cx="10362895" cy="12700"/>
          </a:xfrm>
          <a:prstGeom prst="rect">
            <a:avLst/>
          </a:prstGeom>
          <a:solidFill>
            <a:srgbClr val="3A3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38247" y="1828800"/>
            <a:ext cx="7315200" cy="3200400"/>
          </a:xfrm>
          <a:prstGeom prst="rect">
            <a:avLst/>
          </a:prstGeom>
          <a:solidFill>
            <a:srgbClr val="0D0D1A"/>
          </a:solidFill>
          <a:ln w="12700">
            <a:solidFill>
              <a:srgbClr val="8B7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52647" y="2286000"/>
            <a:ext cx="5486400" cy="127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5603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E2CC9C"/>
                </a:solidFill>
                <a:latin typeface="Georgia"/>
              </a:defRPr>
            </a:pPr>
            <a:r>
              <a:t>SPICY ROLLS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6576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B754A"/>
                </a:solidFill>
                <a:latin typeface="Segoe UI"/>
              </a:defRPr>
            </a:pPr>
            <a:r>
              <a:t>· · 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02336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888580"/>
                </a:solidFill>
                <a:latin typeface="Segoe UI Light"/>
              </a:defRPr>
            </a:pPr>
            <a:r>
              <a:t>3 Selections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52647" y="4572000"/>
            <a:ext cx="5486400" cy="127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0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2CC9C"/>
                </a:solidFill>
                <a:latin typeface="Georgia"/>
              </a:defRPr>
            </a:pPr>
            <a:r>
              <a:t>SPICY ROLLS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754A"/>
                </a:solidFill>
                <a:latin typeface="Georgia"/>
              </a:defRPr>
            </a:pPr>
            <a:r>
              <a:t>JooN's Sushi</a:t>
            </a:r>
          </a:p>
        </p:txBody>
      </p:sp>
      <p:sp>
        <p:nvSpPr>
          <p:cNvPr id="6" name="Rectangle 5"/>
          <p:cNvSpPr/>
          <p:nvPr/>
        </p:nvSpPr>
        <p:spPr>
          <a:xfrm>
            <a:off x="472287" y="868680"/>
            <a:ext cx="3566160" cy="5760720"/>
          </a:xfrm>
          <a:prstGeom prst="rect">
            <a:avLst/>
          </a:prstGeom>
          <a:solidFill>
            <a:srgbClr val="141828"/>
          </a:solidFill>
          <a:ln w="9525">
            <a:solidFill>
              <a:srgbClr val="2A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2287" y="868680"/>
            <a:ext cx="356616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38046" y="1143000"/>
            <a:ext cx="2926080" cy="292608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aste Like My Ex-Girl Fried Ro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6" y="1097280"/>
            <a:ext cx="2926080" cy="29260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066646" y="4114800"/>
            <a:ext cx="2377440" cy="12700"/>
          </a:xfrm>
          <a:prstGeom prst="rect">
            <a:avLst/>
          </a:prstGeom>
          <a:solidFill>
            <a:srgbClr val="8B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0887" y="42519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EEE8"/>
                </a:solidFill>
                <a:latin typeface="Georgia"/>
              </a:defRPr>
            </a:pPr>
            <a:r>
              <a:t>Taste Like My Ex-Girl Fried Roll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887" y="4754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9A96E"/>
                </a:solidFill>
                <a:latin typeface="Georgia"/>
              </a:defRPr>
            </a:pPr>
            <a:r>
              <a:t>$15.50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887" y="52578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580"/>
                </a:solidFill>
                <a:latin typeface="Segoe UI Light"/>
              </a:defRPr>
            </a:pPr>
            <a:r>
              <a:t>Spicy crab, avocado salmon and red onion on top with house spicy sauce.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2767" y="868680"/>
            <a:ext cx="3566160" cy="5760720"/>
          </a:xfrm>
          <a:prstGeom prst="rect">
            <a:avLst/>
          </a:prstGeom>
          <a:solidFill>
            <a:srgbClr val="141828"/>
          </a:solidFill>
          <a:ln w="9525">
            <a:solidFill>
              <a:srgbClr val="2A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2767" y="868680"/>
            <a:ext cx="356616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78526" y="1143000"/>
            <a:ext cx="2926080" cy="292608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picy Rainbow Ro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806" y="1097280"/>
            <a:ext cx="2926080" cy="292608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4907126" y="4114800"/>
            <a:ext cx="2377440" cy="12700"/>
          </a:xfrm>
          <a:prstGeom prst="rect">
            <a:avLst/>
          </a:prstGeom>
          <a:solidFill>
            <a:srgbClr val="8B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1367" y="42519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EEE8"/>
                </a:solidFill>
                <a:latin typeface="Georgia"/>
              </a:defRPr>
            </a:pPr>
            <a:r>
              <a:t>Spicy Rainbow Roll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1367" y="4754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9A96E"/>
                </a:solidFill>
                <a:latin typeface="Georgia"/>
              </a:defRPr>
            </a:pPr>
            <a:r>
              <a:t>$14.50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367" y="52578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580"/>
                </a:solidFill>
                <a:latin typeface="Segoe UI Light"/>
              </a:defRPr>
            </a:pPr>
            <a:r>
              <a:t>Spicy crab, avocado assorted fish on top.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53247" y="868680"/>
            <a:ext cx="3566160" cy="5760720"/>
          </a:xfrm>
          <a:prstGeom prst="rect">
            <a:avLst/>
          </a:prstGeom>
          <a:solidFill>
            <a:srgbClr val="141828"/>
          </a:solidFill>
          <a:ln w="9525">
            <a:solidFill>
              <a:srgbClr val="2A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53247" y="868680"/>
            <a:ext cx="356616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19006" y="1143000"/>
            <a:ext cx="2926080" cy="292608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3 Alarm on Fire Rol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3286" y="1097280"/>
            <a:ext cx="2926080" cy="292608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8747606" y="4114800"/>
            <a:ext cx="2377440" cy="12700"/>
          </a:xfrm>
          <a:prstGeom prst="rect">
            <a:avLst/>
          </a:prstGeom>
          <a:solidFill>
            <a:srgbClr val="8B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81847" y="42519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EEE8"/>
                </a:solidFill>
                <a:latin typeface="Georgia"/>
              </a:defRPr>
            </a:pPr>
            <a:r>
              <a:t>3 Alarm on Fire Roll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1847" y="4754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9A96E"/>
                </a:solidFill>
                <a:latin typeface="Georgia"/>
              </a:defRPr>
            </a:pPr>
            <a:r>
              <a:t>$14.50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1847" y="52578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580"/>
                </a:solidFill>
                <a:latin typeface="Segoe UI Light"/>
              </a:defRPr>
            </a:pPr>
            <a:r>
              <a:t>Spicy crab, avocado white fish on top with house spicy sauce.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6720840"/>
            <a:ext cx="10362895" cy="12700"/>
          </a:xfrm>
          <a:prstGeom prst="rect">
            <a:avLst/>
          </a:prstGeom>
          <a:solidFill>
            <a:srgbClr val="3A3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38247" y="1828800"/>
            <a:ext cx="7315200" cy="3200400"/>
          </a:xfrm>
          <a:prstGeom prst="rect">
            <a:avLst/>
          </a:prstGeom>
          <a:solidFill>
            <a:srgbClr val="0D0D1A"/>
          </a:solidFill>
          <a:ln w="12700">
            <a:solidFill>
              <a:srgbClr val="8B7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52647" y="2286000"/>
            <a:ext cx="5486400" cy="127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5603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E2CC9C"/>
                </a:solidFill>
                <a:latin typeface="Georgia"/>
              </a:defRPr>
            </a:pPr>
            <a:r>
              <a:t>SUSHI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6576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B754A"/>
                </a:solidFill>
                <a:latin typeface="Segoe UI"/>
              </a:defRPr>
            </a:pPr>
            <a:r>
              <a:t>· · 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02336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888580"/>
                </a:solidFill>
                <a:latin typeface="Segoe UI Light"/>
              </a:defRPr>
            </a:pPr>
            <a:r>
              <a:t>2 Selections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52647" y="4572000"/>
            <a:ext cx="5486400" cy="127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0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2CC9C"/>
                </a:solidFill>
                <a:latin typeface="Georgia"/>
              </a:defRPr>
            </a:pPr>
            <a:r>
              <a:t>SUSHI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754A"/>
                </a:solidFill>
                <a:latin typeface="Georgia"/>
              </a:defRPr>
            </a:pPr>
            <a:r>
              <a:t>JooN's Sushi</a:t>
            </a:r>
          </a:p>
        </p:txBody>
      </p:sp>
      <p:sp>
        <p:nvSpPr>
          <p:cNvPr id="6" name="Rectangle 5"/>
          <p:cNvSpPr/>
          <p:nvPr/>
        </p:nvSpPr>
        <p:spPr>
          <a:xfrm>
            <a:off x="792327" y="868680"/>
            <a:ext cx="5029200" cy="5760720"/>
          </a:xfrm>
          <a:prstGeom prst="rect">
            <a:avLst/>
          </a:prstGeom>
          <a:solidFill>
            <a:srgbClr val="141828"/>
          </a:solidFill>
          <a:ln w="9525">
            <a:solidFill>
              <a:srgbClr val="2A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2327" y="868680"/>
            <a:ext cx="502920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32406" y="1143000"/>
            <a:ext cx="3840480" cy="384048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almon Egg Sush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686" y="1097280"/>
            <a:ext cx="3840480" cy="38404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661006" y="5029200"/>
            <a:ext cx="3291840" cy="12700"/>
          </a:xfrm>
          <a:prstGeom prst="rect">
            <a:avLst/>
          </a:prstGeom>
          <a:solidFill>
            <a:srgbClr val="8B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0927" y="51663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EEE8"/>
                </a:solidFill>
                <a:latin typeface="Georgia"/>
              </a:defRPr>
            </a:pPr>
            <a:r>
              <a:t>Salmon Egg Sushi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0927" y="5760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9A96E"/>
                </a:solidFill>
                <a:latin typeface="Georgia"/>
              </a:defRPr>
            </a:pPr>
            <a:r>
              <a:t>$8.50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0927" y="63550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580"/>
                </a:solidFill>
                <a:latin typeface="Segoe UI Light"/>
              </a:defRPr>
            </a:pPr>
            <a:r>
              <a:t>Glazed salmon roe atop vinegared rice, wrapped in crisp seaweed.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70167" y="868680"/>
            <a:ext cx="5029200" cy="5760720"/>
          </a:xfrm>
          <a:prstGeom prst="rect">
            <a:avLst/>
          </a:prstGeom>
          <a:solidFill>
            <a:srgbClr val="141828"/>
          </a:solidFill>
          <a:ln w="9525">
            <a:solidFill>
              <a:srgbClr val="2A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70167" y="868680"/>
            <a:ext cx="502920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10246" y="1143000"/>
            <a:ext cx="3840480" cy="384048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Halibut Sush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4526" y="1097280"/>
            <a:ext cx="3840480" cy="384048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7238846" y="5029200"/>
            <a:ext cx="3291840" cy="12700"/>
          </a:xfrm>
          <a:prstGeom prst="rect">
            <a:avLst/>
          </a:prstGeom>
          <a:solidFill>
            <a:srgbClr val="8B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98767" y="51663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EEE8"/>
                </a:solidFill>
                <a:latin typeface="Georgia"/>
              </a:defRPr>
            </a:pPr>
            <a:r>
              <a:t>Halibut Sushi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98767" y="5760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9A96E"/>
                </a:solidFill>
                <a:latin typeface="Georgia"/>
              </a:defRPr>
            </a:pPr>
            <a:r>
              <a:t>$8.50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98767" y="63550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580"/>
                </a:solidFill>
                <a:latin typeface="Segoe UI Light"/>
              </a:defRPr>
            </a:pPr>
            <a:r>
              <a:t>Thinly sliced halibut on sushi rice.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6720840"/>
            <a:ext cx="10362895" cy="12700"/>
          </a:xfrm>
          <a:prstGeom prst="rect">
            <a:avLst/>
          </a:prstGeom>
          <a:solidFill>
            <a:srgbClr val="3A3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18288" cy="6858000"/>
          </a:xfrm>
          <a:prstGeom prst="rect">
            <a:avLst/>
          </a:prstGeom>
          <a:solidFill>
            <a:srgbClr val="12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38247" y="1828800"/>
            <a:ext cx="7315200" cy="3200400"/>
          </a:xfrm>
          <a:prstGeom prst="rect">
            <a:avLst/>
          </a:prstGeom>
          <a:solidFill>
            <a:srgbClr val="0D0D1A"/>
          </a:solidFill>
          <a:ln w="12700">
            <a:solidFill>
              <a:srgbClr val="8B7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52647" y="2286000"/>
            <a:ext cx="5486400" cy="127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5603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E2CC9C"/>
                </a:solidFill>
                <a:latin typeface="Georgia"/>
              </a:defRPr>
            </a:pPr>
            <a:r>
              <a:t>TEMPURA ROLLS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6576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B754A"/>
                </a:solidFill>
                <a:latin typeface="Segoe UI"/>
              </a:defRPr>
            </a:pPr>
            <a:r>
              <a:t>· · 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02336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888580"/>
                </a:solidFill>
                <a:latin typeface="Segoe UI Light"/>
              </a:defRPr>
            </a:pPr>
            <a:r>
              <a:t>2 Selections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52647" y="4572000"/>
            <a:ext cx="5486400" cy="127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0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2CC9C"/>
                </a:solidFill>
                <a:latin typeface="Georgia"/>
              </a:defRPr>
            </a:pPr>
            <a:r>
              <a:t>TEMPURA ROLLS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754A"/>
                </a:solidFill>
                <a:latin typeface="Georgia"/>
              </a:defRPr>
            </a:pPr>
            <a:r>
              <a:t>JooN's Sushi</a:t>
            </a:r>
          </a:p>
        </p:txBody>
      </p:sp>
      <p:sp>
        <p:nvSpPr>
          <p:cNvPr id="6" name="Rectangle 5"/>
          <p:cNvSpPr/>
          <p:nvPr/>
        </p:nvSpPr>
        <p:spPr>
          <a:xfrm>
            <a:off x="792327" y="868680"/>
            <a:ext cx="5029200" cy="5760720"/>
          </a:xfrm>
          <a:prstGeom prst="rect">
            <a:avLst/>
          </a:prstGeom>
          <a:solidFill>
            <a:srgbClr val="141828"/>
          </a:solidFill>
          <a:ln w="9525">
            <a:solidFill>
              <a:srgbClr val="2A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2327" y="868680"/>
            <a:ext cx="502920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32406" y="1143000"/>
            <a:ext cx="3840480" cy="384048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Golden Tiger Cut Ro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686" y="1097280"/>
            <a:ext cx="3840480" cy="38404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661006" y="5029200"/>
            <a:ext cx="3291840" cy="12700"/>
          </a:xfrm>
          <a:prstGeom prst="rect">
            <a:avLst/>
          </a:prstGeom>
          <a:solidFill>
            <a:srgbClr val="8B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0927" y="51663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EEE8"/>
                </a:solidFill>
                <a:latin typeface="Georgia"/>
              </a:defRPr>
            </a:pPr>
            <a:r>
              <a:t>Golden Tiger Cut Roll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0927" y="5760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9A96E"/>
                </a:solidFill>
                <a:latin typeface="Georgia"/>
              </a:defRPr>
            </a:pPr>
            <a:r>
              <a:t>$15.50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0927" y="63550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580"/>
                </a:solidFill>
                <a:latin typeface="Segoe UI Light"/>
              </a:defRPr>
            </a:pPr>
            <a:r>
              <a:t>Shrimp tempura, avocado, cream cheese fried spicy crab on top.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70167" y="868680"/>
            <a:ext cx="5029200" cy="5760720"/>
          </a:xfrm>
          <a:prstGeom prst="rect">
            <a:avLst/>
          </a:prstGeom>
          <a:solidFill>
            <a:srgbClr val="141828"/>
          </a:solidFill>
          <a:ln w="9525">
            <a:solidFill>
              <a:srgbClr val="2A2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70167" y="868680"/>
            <a:ext cx="502920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10246" y="1143000"/>
            <a:ext cx="3840480" cy="3840480"/>
          </a:xfrm>
          <a:prstGeom prst="rect">
            <a:avLst/>
          </a:prstGeom>
          <a:solidFill>
            <a:srgbClr val="050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Oishi Cut Ro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4526" y="1097280"/>
            <a:ext cx="3840480" cy="384048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7238846" y="5029200"/>
            <a:ext cx="3291840" cy="12700"/>
          </a:xfrm>
          <a:prstGeom prst="rect">
            <a:avLst/>
          </a:prstGeom>
          <a:solidFill>
            <a:srgbClr val="8B7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98767" y="51663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EEE8"/>
                </a:solidFill>
                <a:latin typeface="Georgia"/>
              </a:defRPr>
            </a:pPr>
            <a:r>
              <a:t>Oishi Cut Roll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98767" y="5760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9A96E"/>
                </a:solidFill>
                <a:latin typeface="Georgia"/>
              </a:defRPr>
            </a:pPr>
            <a:r>
              <a:t>$13.50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98767" y="63550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580"/>
                </a:solidFill>
                <a:latin typeface="Segoe UI Light"/>
              </a:defRPr>
            </a:pPr>
            <a:r>
              <a:t>Eel, crab, avocado, cream cheese and deep fried.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6720840"/>
            <a:ext cx="10362895" cy="12700"/>
          </a:xfrm>
          <a:prstGeom prst="rect">
            <a:avLst/>
          </a:prstGeom>
          <a:solidFill>
            <a:srgbClr val="3A3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